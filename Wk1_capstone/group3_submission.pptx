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7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FC3DEE-1DC2-40EE-8EF3-5CA9A924483E}" v="66" dt="2026-06-21T06:28:52.579"/>
  </p1510:revLst>
</p1510:revInfo>
</file>

<file path=ppt/tableStyles.xml><?xml version="1.0" encoding="utf-8"?>
<a:tblStyleLst xmlns:a="http://schemas.openxmlformats.org/drawingml/2006/main" def="{5C22544A-7EE6-4342-B048-85BDC9FD1C3A}"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4"/>
  </p:normalViewPr>
  <p:slideViewPr>
    <p:cSldViewPr snapToGrid="0" snapToObjects="1">
      <p:cViewPr varScale="1">
        <p:scale>
          <a:sx n="131" d="100"/>
          <a:sy n="131" d="100"/>
        </p:scale>
        <p:origin x="72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oon Seng Lim" userId="ccc41adb4efbdc5d" providerId="LiveId" clId="{58EA4595-C74B-444B-A7F8-9B45384332F8}"/>
    <pc:docChg chg="undo redo custSel addSld delSld modSld">
      <pc:chgData name="Khoon Seng Lim" userId="ccc41adb4efbdc5d" providerId="LiveId" clId="{58EA4595-C74B-444B-A7F8-9B45384332F8}" dt="2026-06-21T06:29:03.638" v="2401" actId="20577"/>
      <pc:docMkLst>
        <pc:docMk/>
      </pc:docMkLst>
      <pc:sldChg chg="addSp delSp modSp mod">
        <pc:chgData name="Khoon Seng Lim" userId="ccc41adb4efbdc5d" providerId="LiveId" clId="{58EA4595-C74B-444B-A7F8-9B45384332F8}" dt="2026-06-21T06:28:55.903" v="2393" actId="20577"/>
        <pc:sldMkLst>
          <pc:docMk/>
          <pc:sldMk cId="0" sldId="256"/>
        </pc:sldMkLst>
        <pc:spChg chg="mod">
          <ac:chgData name="Khoon Seng Lim" userId="ccc41adb4efbdc5d" providerId="LiveId" clId="{58EA4595-C74B-444B-A7F8-9B45384332F8}" dt="2026-06-21T04:07:46.961" v="608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Khoon Seng Lim" userId="ccc41adb4efbdc5d" providerId="LiveId" clId="{58EA4595-C74B-444B-A7F8-9B45384332F8}" dt="2026-06-21T04:07:28.973" v="600" actId="207"/>
          <ac:spMkLst>
            <pc:docMk/>
            <pc:sldMk cId="0" sldId="256"/>
            <ac:spMk id="7" creationId="{00000000-0000-0000-0000-000000000000}"/>
          </ac:spMkLst>
        </pc:spChg>
        <pc:spChg chg="mod">
          <ac:chgData name="Khoon Seng Lim" userId="ccc41adb4efbdc5d" providerId="LiveId" clId="{58EA4595-C74B-444B-A7F8-9B45384332F8}" dt="2026-06-21T06:28:55.903" v="2393" actId="20577"/>
          <ac:spMkLst>
            <pc:docMk/>
            <pc:sldMk cId="0" sldId="256"/>
            <ac:spMk id="8" creationId="{00000000-0000-0000-0000-000000000000}"/>
          </ac:spMkLst>
        </pc:spChg>
        <pc:spChg chg="mod">
          <ac:chgData name="Khoon Seng Lim" userId="ccc41adb4efbdc5d" providerId="LiveId" clId="{58EA4595-C74B-444B-A7F8-9B45384332F8}" dt="2026-06-21T03:51:49.494" v="347" actId="404"/>
          <ac:spMkLst>
            <pc:docMk/>
            <pc:sldMk cId="0" sldId="256"/>
            <ac:spMk id="9" creationId="{00000000-0000-0000-0000-000000000000}"/>
          </ac:spMkLst>
        </pc:spChg>
        <pc:spChg chg="mod">
          <ac:chgData name="Khoon Seng Lim" userId="ccc41adb4efbdc5d" providerId="LiveId" clId="{58EA4595-C74B-444B-A7F8-9B45384332F8}" dt="2026-06-21T03:51:49.494" v="347" actId="404"/>
          <ac:spMkLst>
            <pc:docMk/>
            <pc:sldMk cId="0" sldId="256"/>
            <ac:spMk id="10" creationId="{00000000-0000-0000-0000-000000000000}"/>
          </ac:spMkLst>
        </pc:spChg>
        <pc:spChg chg="add del mod">
          <ac:chgData name="Khoon Seng Lim" userId="ccc41adb4efbdc5d" providerId="LiveId" clId="{58EA4595-C74B-444B-A7F8-9B45384332F8}" dt="2026-06-21T04:07:22.400" v="599" actId="108"/>
          <ac:spMkLst>
            <pc:docMk/>
            <pc:sldMk cId="0" sldId="256"/>
            <ac:spMk id="12" creationId="{07BAED54-41A1-6402-3DEB-BC17045DC245}"/>
          </ac:spMkLst>
        </pc:spChg>
      </pc:sldChg>
      <pc:sldChg chg="modSp mod">
        <pc:chgData name="Khoon Seng Lim" userId="ccc41adb4efbdc5d" providerId="LiveId" clId="{58EA4595-C74B-444B-A7F8-9B45384332F8}" dt="2026-06-21T06:27:00.389" v="2385" actId="20577"/>
        <pc:sldMkLst>
          <pc:docMk/>
          <pc:sldMk cId="0" sldId="257"/>
        </pc:sldMkLst>
        <pc:spChg chg="mod">
          <ac:chgData name="Khoon Seng Lim" userId="ccc41adb4efbdc5d" providerId="LiveId" clId="{58EA4595-C74B-444B-A7F8-9B45384332F8}" dt="2026-06-21T06:27:00.389" v="2385" actId="20577"/>
          <ac:spMkLst>
            <pc:docMk/>
            <pc:sldMk cId="0" sldId="257"/>
            <ac:spMk id="4" creationId="{00000000-0000-0000-0000-000000000000}"/>
          </ac:spMkLst>
        </pc:spChg>
      </pc:sldChg>
      <pc:sldChg chg="addSp delSp modSp mod">
        <pc:chgData name="Khoon Seng Lim" userId="ccc41adb4efbdc5d" providerId="LiveId" clId="{58EA4595-C74B-444B-A7F8-9B45384332F8}" dt="2026-06-21T05:14:03.848" v="1580" actId="1076"/>
        <pc:sldMkLst>
          <pc:docMk/>
          <pc:sldMk cId="0" sldId="258"/>
        </pc:sldMkLst>
        <pc:spChg chg="mod">
          <ac:chgData name="Khoon Seng Lim" userId="ccc41adb4efbdc5d" providerId="LiveId" clId="{58EA4595-C74B-444B-A7F8-9B45384332F8}" dt="2026-06-21T05:12:34.067" v="1533" actId="6549"/>
          <ac:spMkLst>
            <pc:docMk/>
            <pc:sldMk cId="0" sldId="258"/>
            <ac:spMk id="3" creationId="{00000000-0000-0000-0000-000000000000}"/>
          </ac:spMkLst>
        </pc:spChg>
        <pc:spChg chg="mod">
          <ac:chgData name="Khoon Seng Lim" userId="ccc41adb4efbdc5d" providerId="LiveId" clId="{58EA4595-C74B-444B-A7F8-9B45384332F8}" dt="2026-06-21T03:52:02.307" v="348" actId="255"/>
          <ac:spMkLst>
            <pc:docMk/>
            <pc:sldMk cId="0" sldId="258"/>
            <ac:spMk id="5" creationId="{00000000-0000-0000-0000-000000000000}"/>
          </ac:spMkLst>
        </pc:spChg>
        <pc:spChg chg="mod">
          <ac:chgData name="Khoon Seng Lim" userId="ccc41adb4efbdc5d" providerId="LiveId" clId="{58EA4595-C74B-444B-A7F8-9B45384332F8}" dt="2026-06-21T03:52:08.869" v="349" actId="14100"/>
          <ac:spMkLst>
            <pc:docMk/>
            <pc:sldMk cId="0" sldId="258"/>
            <ac:spMk id="6" creationId="{00000000-0000-0000-0000-000000000000}"/>
          </ac:spMkLst>
        </pc:spChg>
        <pc:spChg chg="add del mod">
          <ac:chgData name="Khoon Seng Lim" userId="ccc41adb4efbdc5d" providerId="LiveId" clId="{58EA4595-C74B-444B-A7F8-9B45384332F8}" dt="2026-06-21T03:47:22.394" v="118" actId="478"/>
          <ac:spMkLst>
            <pc:docMk/>
            <pc:sldMk cId="0" sldId="258"/>
            <ac:spMk id="9" creationId="{EA948124-3380-10F2-1C9F-4DE8F9997F36}"/>
          </ac:spMkLst>
        </pc:spChg>
        <pc:spChg chg="add del mod">
          <ac:chgData name="Khoon Seng Lim" userId="ccc41adb4efbdc5d" providerId="LiveId" clId="{58EA4595-C74B-444B-A7F8-9B45384332F8}" dt="2026-06-21T03:47:21.187" v="117" actId="478"/>
          <ac:spMkLst>
            <pc:docMk/>
            <pc:sldMk cId="0" sldId="258"/>
            <ac:spMk id="11" creationId="{3FB0EF37-9C06-C180-2FD3-78CA6835D6B2}"/>
          </ac:spMkLst>
        </pc:spChg>
        <pc:picChg chg="del mod">
          <ac:chgData name="Khoon Seng Lim" userId="ccc41adb4efbdc5d" providerId="LiveId" clId="{58EA4595-C74B-444B-A7F8-9B45384332F8}" dt="2026-06-21T03:48:16.205" v="121" actId="478"/>
          <ac:picMkLst>
            <pc:docMk/>
            <pc:sldMk cId="0" sldId="258"/>
            <ac:picMk id="7" creationId="{00000000-0000-0000-0000-000000000000}"/>
          </ac:picMkLst>
        </pc:picChg>
        <pc:picChg chg="add mod">
          <ac:chgData name="Khoon Seng Lim" userId="ccc41adb4efbdc5d" providerId="LiveId" clId="{58EA4595-C74B-444B-A7F8-9B45384332F8}" dt="2026-06-21T05:14:03.848" v="1580" actId="1076"/>
          <ac:picMkLst>
            <pc:docMk/>
            <pc:sldMk cId="0" sldId="258"/>
            <ac:picMk id="8" creationId="{A0999717-28D7-801F-DC0A-355288E5DB2A}"/>
          </ac:picMkLst>
        </pc:picChg>
        <pc:picChg chg="add del mod">
          <ac:chgData name="Khoon Seng Lim" userId="ccc41adb4efbdc5d" providerId="LiveId" clId="{58EA4595-C74B-444B-A7F8-9B45384332F8}" dt="2026-06-21T05:06:10.914" v="1462" actId="478"/>
          <ac:picMkLst>
            <pc:docMk/>
            <pc:sldMk cId="0" sldId="258"/>
            <ac:picMk id="13" creationId="{CDE1B53F-44D6-7EB6-8E8A-55F3EF4F3B7C}"/>
          </ac:picMkLst>
        </pc:picChg>
      </pc:sldChg>
      <pc:sldChg chg="addSp modSp mod">
        <pc:chgData name="Khoon Seng Lim" userId="ccc41adb4efbdc5d" providerId="LiveId" clId="{58EA4595-C74B-444B-A7F8-9B45384332F8}" dt="2026-06-21T05:12:26.982" v="1532"/>
        <pc:sldMkLst>
          <pc:docMk/>
          <pc:sldMk cId="0" sldId="259"/>
        </pc:sldMkLst>
        <pc:spChg chg="mod">
          <ac:chgData name="Khoon Seng Lim" userId="ccc41adb4efbdc5d" providerId="LiveId" clId="{58EA4595-C74B-444B-A7F8-9B45384332F8}" dt="2026-06-21T05:12:26.982" v="1532"/>
          <ac:spMkLst>
            <pc:docMk/>
            <pc:sldMk cId="0" sldId="259"/>
            <ac:spMk id="3" creationId="{00000000-0000-0000-0000-000000000000}"/>
          </ac:spMkLst>
        </pc:spChg>
        <pc:spChg chg="mod">
          <ac:chgData name="Khoon Seng Lim" userId="ccc41adb4efbdc5d" providerId="LiveId" clId="{58EA4595-C74B-444B-A7F8-9B45384332F8}" dt="2026-06-21T04:05:01.122" v="488" actId="1076"/>
          <ac:spMkLst>
            <pc:docMk/>
            <pc:sldMk cId="0" sldId="259"/>
            <ac:spMk id="4" creationId="{00000000-0000-0000-0000-000000000000}"/>
          </ac:spMkLst>
        </pc:spChg>
        <pc:spChg chg="mod">
          <ac:chgData name="Khoon Seng Lim" userId="ccc41adb4efbdc5d" providerId="LiveId" clId="{58EA4595-C74B-444B-A7F8-9B45384332F8}" dt="2026-06-21T04:05:41.826" v="543" actId="164"/>
          <ac:spMkLst>
            <pc:docMk/>
            <pc:sldMk cId="0" sldId="259"/>
            <ac:spMk id="5" creationId="{00000000-0000-0000-0000-000000000000}"/>
          </ac:spMkLst>
        </pc:spChg>
        <pc:spChg chg="mod">
          <ac:chgData name="Khoon Seng Lim" userId="ccc41adb4efbdc5d" providerId="LiveId" clId="{58EA4595-C74B-444B-A7F8-9B45384332F8}" dt="2026-06-21T04:05:41.826" v="543" actId="164"/>
          <ac:spMkLst>
            <pc:docMk/>
            <pc:sldMk cId="0" sldId="259"/>
            <ac:spMk id="6" creationId="{00000000-0000-0000-0000-000000000000}"/>
          </ac:spMkLst>
        </pc:spChg>
        <pc:spChg chg="mod">
          <ac:chgData name="Khoon Seng Lim" userId="ccc41adb4efbdc5d" providerId="LiveId" clId="{58EA4595-C74B-444B-A7F8-9B45384332F8}" dt="2026-06-21T04:05:41.826" v="543" actId="164"/>
          <ac:spMkLst>
            <pc:docMk/>
            <pc:sldMk cId="0" sldId="259"/>
            <ac:spMk id="7" creationId="{00000000-0000-0000-0000-000000000000}"/>
          </ac:spMkLst>
        </pc:spChg>
        <pc:spChg chg="mod">
          <ac:chgData name="Khoon Seng Lim" userId="ccc41adb4efbdc5d" providerId="LiveId" clId="{58EA4595-C74B-444B-A7F8-9B45384332F8}" dt="2026-06-21T04:05:41.826" v="543" actId="164"/>
          <ac:spMkLst>
            <pc:docMk/>
            <pc:sldMk cId="0" sldId="259"/>
            <ac:spMk id="8" creationId="{00000000-0000-0000-0000-000000000000}"/>
          </ac:spMkLst>
        </pc:spChg>
        <pc:spChg chg="mod">
          <ac:chgData name="Khoon Seng Lim" userId="ccc41adb4efbdc5d" providerId="LiveId" clId="{58EA4595-C74B-444B-A7F8-9B45384332F8}" dt="2026-06-21T04:06:01.203" v="575" actId="1038"/>
          <ac:spMkLst>
            <pc:docMk/>
            <pc:sldMk cId="0" sldId="259"/>
            <ac:spMk id="9" creationId="{00000000-0000-0000-0000-000000000000}"/>
          </ac:spMkLst>
        </pc:spChg>
        <pc:spChg chg="mod">
          <ac:chgData name="Khoon Seng Lim" userId="ccc41adb4efbdc5d" providerId="LiveId" clId="{58EA4595-C74B-444B-A7F8-9B45384332F8}" dt="2026-06-21T04:05:12.250" v="489" actId="164"/>
          <ac:spMkLst>
            <pc:docMk/>
            <pc:sldMk cId="0" sldId="259"/>
            <ac:spMk id="10" creationId="{00000000-0000-0000-0000-000000000000}"/>
          </ac:spMkLst>
        </pc:spChg>
        <pc:spChg chg="mod">
          <ac:chgData name="Khoon Seng Lim" userId="ccc41adb4efbdc5d" providerId="LiveId" clId="{58EA4595-C74B-444B-A7F8-9B45384332F8}" dt="2026-06-21T04:05:12.250" v="489" actId="164"/>
          <ac:spMkLst>
            <pc:docMk/>
            <pc:sldMk cId="0" sldId="259"/>
            <ac:spMk id="11" creationId="{00000000-0000-0000-0000-000000000000}"/>
          </ac:spMkLst>
        </pc:spChg>
        <pc:spChg chg="mod">
          <ac:chgData name="Khoon Seng Lim" userId="ccc41adb4efbdc5d" providerId="LiveId" clId="{58EA4595-C74B-444B-A7F8-9B45384332F8}" dt="2026-06-21T04:05:12.250" v="489" actId="164"/>
          <ac:spMkLst>
            <pc:docMk/>
            <pc:sldMk cId="0" sldId="259"/>
            <ac:spMk id="12" creationId="{00000000-0000-0000-0000-000000000000}"/>
          </ac:spMkLst>
        </pc:spChg>
        <pc:spChg chg="mod">
          <ac:chgData name="Khoon Seng Lim" userId="ccc41adb4efbdc5d" providerId="LiveId" clId="{58EA4595-C74B-444B-A7F8-9B45384332F8}" dt="2026-06-21T04:05:12.250" v="489" actId="164"/>
          <ac:spMkLst>
            <pc:docMk/>
            <pc:sldMk cId="0" sldId="259"/>
            <ac:spMk id="13" creationId="{00000000-0000-0000-0000-000000000000}"/>
          </ac:spMkLst>
        </pc:spChg>
        <pc:spChg chg="mod">
          <ac:chgData name="Khoon Seng Lim" userId="ccc41adb4efbdc5d" providerId="LiveId" clId="{58EA4595-C74B-444B-A7F8-9B45384332F8}" dt="2026-06-21T04:04:35.235" v="471" actId="1038"/>
          <ac:spMkLst>
            <pc:docMk/>
            <pc:sldMk cId="0" sldId="259"/>
            <ac:spMk id="14" creationId="{00000000-0000-0000-0000-000000000000}"/>
          </ac:spMkLst>
        </pc:spChg>
        <pc:spChg chg="mod">
          <ac:chgData name="Khoon Seng Lim" userId="ccc41adb4efbdc5d" providerId="LiveId" clId="{58EA4595-C74B-444B-A7F8-9B45384332F8}" dt="2026-06-21T04:05:25.481" v="490" actId="164"/>
          <ac:spMkLst>
            <pc:docMk/>
            <pc:sldMk cId="0" sldId="259"/>
            <ac:spMk id="15" creationId="{00000000-0000-0000-0000-000000000000}"/>
          </ac:spMkLst>
        </pc:spChg>
        <pc:spChg chg="mod">
          <ac:chgData name="Khoon Seng Lim" userId="ccc41adb4efbdc5d" providerId="LiveId" clId="{58EA4595-C74B-444B-A7F8-9B45384332F8}" dt="2026-06-21T04:05:25.481" v="490" actId="164"/>
          <ac:spMkLst>
            <pc:docMk/>
            <pc:sldMk cId="0" sldId="259"/>
            <ac:spMk id="16" creationId="{00000000-0000-0000-0000-000000000000}"/>
          </ac:spMkLst>
        </pc:spChg>
        <pc:spChg chg="mod">
          <ac:chgData name="Khoon Seng Lim" userId="ccc41adb4efbdc5d" providerId="LiveId" clId="{58EA4595-C74B-444B-A7F8-9B45384332F8}" dt="2026-06-21T04:05:25.481" v="490" actId="164"/>
          <ac:spMkLst>
            <pc:docMk/>
            <pc:sldMk cId="0" sldId="259"/>
            <ac:spMk id="17" creationId="{00000000-0000-0000-0000-000000000000}"/>
          </ac:spMkLst>
        </pc:spChg>
        <pc:spChg chg="mod">
          <ac:chgData name="Khoon Seng Lim" userId="ccc41adb4efbdc5d" providerId="LiveId" clId="{58EA4595-C74B-444B-A7F8-9B45384332F8}" dt="2026-06-21T04:05:25.481" v="490" actId="164"/>
          <ac:spMkLst>
            <pc:docMk/>
            <pc:sldMk cId="0" sldId="259"/>
            <ac:spMk id="18" creationId="{00000000-0000-0000-0000-000000000000}"/>
          </ac:spMkLst>
        </pc:spChg>
        <pc:spChg chg="mod">
          <ac:chgData name="Khoon Seng Lim" userId="ccc41adb4efbdc5d" providerId="LiveId" clId="{58EA4595-C74B-444B-A7F8-9B45384332F8}" dt="2026-06-21T04:32:07.439" v="999" actId="1038"/>
          <ac:spMkLst>
            <pc:docMk/>
            <pc:sldMk cId="0" sldId="259"/>
            <ac:spMk id="19" creationId="{00000000-0000-0000-0000-000000000000}"/>
          </ac:spMkLst>
        </pc:spChg>
        <pc:spChg chg="mod">
          <ac:chgData name="Khoon Seng Lim" userId="ccc41adb4efbdc5d" providerId="LiveId" clId="{58EA4595-C74B-444B-A7F8-9B45384332F8}" dt="2026-06-21T04:42:48.354" v="1206" actId="20577"/>
          <ac:spMkLst>
            <pc:docMk/>
            <pc:sldMk cId="0" sldId="259"/>
            <ac:spMk id="20" creationId="{00000000-0000-0000-0000-000000000000}"/>
          </ac:spMkLst>
        </pc:spChg>
        <pc:grpChg chg="add mod">
          <ac:chgData name="Khoon Seng Lim" userId="ccc41adb4efbdc5d" providerId="LiveId" clId="{58EA4595-C74B-444B-A7F8-9B45384332F8}" dt="2026-06-21T04:05:28.780" v="519" actId="1037"/>
          <ac:grpSpMkLst>
            <pc:docMk/>
            <pc:sldMk cId="0" sldId="259"/>
            <ac:grpSpMk id="21" creationId="{30ACB49D-414F-4B39-BCE7-99ADDE90FC27}"/>
          </ac:grpSpMkLst>
        </pc:grpChg>
        <pc:grpChg chg="add mod">
          <ac:chgData name="Khoon Seng Lim" userId="ccc41adb4efbdc5d" providerId="LiveId" clId="{58EA4595-C74B-444B-A7F8-9B45384332F8}" dt="2026-06-21T04:05:25.481" v="490" actId="164"/>
          <ac:grpSpMkLst>
            <pc:docMk/>
            <pc:sldMk cId="0" sldId="259"/>
            <ac:grpSpMk id="22" creationId="{124EDCB8-A4D0-A34B-DA7F-62F3DE2948C4}"/>
          </ac:grpSpMkLst>
        </pc:grpChg>
        <pc:grpChg chg="add mod">
          <ac:chgData name="Khoon Seng Lim" userId="ccc41adb4efbdc5d" providerId="LiveId" clId="{58EA4595-C74B-444B-A7F8-9B45384332F8}" dt="2026-06-21T04:05:56.189" v="562" actId="1035"/>
          <ac:grpSpMkLst>
            <pc:docMk/>
            <pc:sldMk cId="0" sldId="259"/>
            <ac:grpSpMk id="23" creationId="{C790EAE1-31D3-046E-7D3E-530FD66279A7}"/>
          </ac:grpSpMkLst>
        </pc:grpChg>
      </pc:sldChg>
      <pc:sldChg chg="addSp delSp modSp mod">
        <pc:chgData name="Khoon Seng Lim" userId="ccc41adb4efbdc5d" providerId="LiveId" clId="{58EA4595-C74B-444B-A7F8-9B45384332F8}" dt="2026-06-21T05:19:42.687" v="1641" actId="14734"/>
        <pc:sldMkLst>
          <pc:docMk/>
          <pc:sldMk cId="0" sldId="260"/>
        </pc:sldMkLst>
        <pc:spChg chg="mod">
          <ac:chgData name="Khoon Seng Lim" userId="ccc41adb4efbdc5d" providerId="LiveId" clId="{58EA4595-C74B-444B-A7F8-9B45384332F8}" dt="2026-06-21T05:14:24.696" v="1581" actId="1076"/>
          <ac:spMkLst>
            <pc:docMk/>
            <pc:sldMk cId="0" sldId="260"/>
            <ac:spMk id="3" creationId="{00000000-0000-0000-0000-000000000000}"/>
          </ac:spMkLst>
        </pc:spChg>
        <pc:spChg chg="mod">
          <ac:chgData name="Khoon Seng Lim" userId="ccc41adb4efbdc5d" providerId="LiveId" clId="{58EA4595-C74B-444B-A7F8-9B45384332F8}" dt="2026-06-21T04:52:23.538" v="1279" actId="1036"/>
          <ac:spMkLst>
            <pc:docMk/>
            <pc:sldMk cId="0" sldId="260"/>
            <ac:spMk id="6" creationId="{00000000-0000-0000-0000-000000000000}"/>
          </ac:spMkLst>
        </pc:spChg>
        <pc:graphicFrameChg chg="mod modGraphic">
          <ac:chgData name="Khoon Seng Lim" userId="ccc41adb4efbdc5d" providerId="LiveId" clId="{58EA4595-C74B-444B-A7F8-9B45384332F8}" dt="2026-06-21T05:19:42.687" v="1641" actId="14734"/>
          <ac:graphicFrameMkLst>
            <pc:docMk/>
            <pc:sldMk cId="0" sldId="260"/>
            <ac:graphicFrameMk id="5" creationId="{00000000-0000-0000-0000-000000000000}"/>
          </ac:graphicFrameMkLst>
        </pc:graphicFrameChg>
        <pc:picChg chg="del mod">
          <ac:chgData name="Khoon Seng Lim" userId="ccc41adb4efbdc5d" providerId="LiveId" clId="{58EA4595-C74B-444B-A7F8-9B45384332F8}" dt="2026-06-21T04:53:37.765" v="1286" actId="478"/>
          <ac:picMkLst>
            <pc:docMk/>
            <pc:sldMk cId="0" sldId="260"/>
            <ac:picMk id="7" creationId="{00000000-0000-0000-0000-000000000000}"/>
          </ac:picMkLst>
        </pc:picChg>
        <pc:picChg chg="add del mod">
          <ac:chgData name="Khoon Seng Lim" userId="ccc41adb4efbdc5d" providerId="LiveId" clId="{58EA4595-C74B-444B-A7F8-9B45384332F8}" dt="2026-06-21T04:53:39.407" v="1288" actId="21"/>
          <ac:picMkLst>
            <pc:docMk/>
            <pc:sldMk cId="0" sldId="260"/>
            <ac:picMk id="9" creationId="{F33DF1D9-FC58-6A68-EF08-4E836DF40250}"/>
          </ac:picMkLst>
        </pc:picChg>
        <pc:picChg chg="add mod">
          <ac:chgData name="Khoon Seng Lim" userId="ccc41adb4efbdc5d" providerId="LiveId" clId="{58EA4595-C74B-444B-A7F8-9B45384332F8}" dt="2026-06-21T04:54:59.856" v="1302" actId="1076"/>
          <ac:picMkLst>
            <pc:docMk/>
            <pc:sldMk cId="0" sldId="260"/>
            <ac:picMk id="11" creationId="{8DF1ADF9-7AF2-44C3-10CC-BD0A99965496}"/>
          </ac:picMkLst>
        </pc:picChg>
      </pc:sldChg>
      <pc:sldChg chg="addSp delSp modSp mod">
        <pc:chgData name="Khoon Seng Lim" userId="ccc41adb4efbdc5d" providerId="LiveId" clId="{58EA4595-C74B-444B-A7F8-9B45384332F8}" dt="2026-06-21T05:13:14.344" v="1567"/>
        <pc:sldMkLst>
          <pc:docMk/>
          <pc:sldMk cId="0" sldId="261"/>
        </pc:sldMkLst>
        <pc:spChg chg="mod">
          <ac:chgData name="Khoon Seng Lim" userId="ccc41adb4efbdc5d" providerId="LiveId" clId="{58EA4595-C74B-444B-A7F8-9B45384332F8}" dt="2026-06-21T05:13:14.344" v="1567"/>
          <ac:spMkLst>
            <pc:docMk/>
            <pc:sldMk cId="0" sldId="261"/>
            <ac:spMk id="3" creationId="{00000000-0000-0000-0000-000000000000}"/>
          </ac:spMkLst>
        </pc:spChg>
        <pc:spChg chg="mod">
          <ac:chgData name="Khoon Seng Lim" userId="ccc41adb4efbdc5d" providerId="LiveId" clId="{58EA4595-C74B-444B-A7F8-9B45384332F8}" dt="2026-06-21T04:57:12.129" v="1377" actId="14100"/>
          <ac:spMkLst>
            <pc:docMk/>
            <pc:sldMk cId="0" sldId="261"/>
            <ac:spMk id="5" creationId="{00000000-0000-0000-0000-000000000000}"/>
          </ac:spMkLst>
        </pc:spChg>
        <pc:spChg chg="mod">
          <ac:chgData name="Khoon Seng Lim" userId="ccc41adb4efbdc5d" providerId="LiveId" clId="{58EA4595-C74B-444B-A7F8-9B45384332F8}" dt="2026-06-21T05:00:14.368" v="1400" actId="20577"/>
          <ac:spMkLst>
            <pc:docMk/>
            <pc:sldMk cId="0" sldId="261"/>
            <ac:spMk id="6" creationId="{00000000-0000-0000-0000-000000000000}"/>
          </ac:spMkLst>
        </pc:spChg>
        <pc:spChg chg="mod">
          <ac:chgData name="Khoon Seng Lim" userId="ccc41adb4efbdc5d" providerId="LiveId" clId="{58EA4595-C74B-444B-A7F8-9B45384332F8}" dt="2026-06-21T04:56:21.138" v="1375" actId="1036"/>
          <ac:spMkLst>
            <pc:docMk/>
            <pc:sldMk cId="0" sldId="261"/>
            <ac:spMk id="7" creationId="{00000000-0000-0000-0000-000000000000}"/>
          </ac:spMkLst>
        </pc:spChg>
        <pc:spChg chg="mod">
          <ac:chgData name="Khoon Seng Lim" userId="ccc41adb4efbdc5d" providerId="LiveId" clId="{58EA4595-C74B-444B-A7F8-9B45384332F8}" dt="2026-06-21T04:57:15.432" v="1378" actId="14100"/>
          <ac:spMkLst>
            <pc:docMk/>
            <pc:sldMk cId="0" sldId="261"/>
            <ac:spMk id="8" creationId="{00000000-0000-0000-0000-000000000000}"/>
          </ac:spMkLst>
        </pc:spChg>
        <pc:spChg chg="del mod">
          <ac:chgData name="Khoon Seng Lim" userId="ccc41adb4efbdc5d" providerId="LiveId" clId="{58EA4595-C74B-444B-A7F8-9B45384332F8}" dt="2026-06-21T04:52:29.638" v="1280" actId="478"/>
          <ac:spMkLst>
            <pc:docMk/>
            <pc:sldMk cId="0" sldId="261"/>
            <ac:spMk id="9" creationId="{00000000-0000-0000-0000-000000000000}"/>
          </ac:spMkLst>
        </pc:spChg>
        <pc:graphicFrameChg chg="del mod modGraphic">
          <ac:chgData name="Khoon Seng Lim" userId="ccc41adb4efbdc5d" providerId="LiveId" clId="{58EA4595-C74B-444B-A7F8-9B45384332F8}" dt="2026-06-21T04:52:37.130" v="1283" actId="478"/>
          <ac:graphicFrameMkLst>
            <pc:docMk/>
            <pc:sldMk cId="0" sldId="261"/>
            <ac:graphicFrameMk id="10" creationId="{00000000-0000-0000-0000-000000000000}"/>
          </ac:graphicFrameMkLst>
        </pc:graphicFrameChg>
        <pc:graphicFrameChg chg="add mod modGraphic">
          <ac:chgData name="Khoon Seng Lim" userId="ccc41adb4efbdc5d" providerId="LiveId" clId="{58EA4595-C74B-444B-A7F8-9B45384332F8}" dt="2026-06-21T05:00:11.600" v="1398" actId="20577"/>
          <ac:graphicFrameMkLst>
            <pc:docMk/>
            <pc:sldMk cId="0" sldId="261"/>
            <ac:graphicFrameMk id="16" creationId="{AC8CB471-C53F-A96D-5849-B6BD89B1244B}"/>
          </ac:graphicFrameMkLst>
        </pc:graphicFrameChg>
        <pc:picChg chg="add del mod">
          <ac:chgData name="Khoon Seng Lim" userId="ccc41adb4efbdc5d" providerId="LiveId" clId="{58EA4595-C74B-444B-A7F8-9B45384332F8}" dt="2026-06-21T04:54:23.139" v="1293" actId="478"/>
          <ac:picMkLst>
            <pc:docMk/>
            <pc:sldMk cId="0" sldId="261"/>
            <ac:picMk id="12" creationId="{89794FFC-CD8B-388D-4D5C-772DAC5E8C7D}"/>
          </ac:picMkLst>
        </pc:picChg>
        <pc:picChg chg="add del mod">
          <ac:chgData name="Khoon Seng Lim" userId="ccc41adb4efbdc5d" providerId="LiveId" clId="{58EA4595-C74B-444B-A7F8-9B45384332F8}" dt="2026-06-21T04:54:55.895" v="1300" actId="21"/>
          <ac:picMkLst>
            <pc:docMk/>
            <pc:sldMk cId="0" sldId="261"/>
            <ac:picMk id="14" creationId="{2A5A4468-161E-7D6E-ACB5-52DFDFFB405E}"/>
          </ac:picMkLst>
        </pc:picChg>
      </pc:sldChg>
      <pc:sldChg chg="addSp delSp modSp mod">
        <pc:chgData name="Khoon Seng Lim" userId="ccc41adb4efbdc5d" providerId="LiveId" clId="{58EA4595-C74B-444B-A7F8-9B45384332F8}" dt="2026-06-21T05:53:25.198" v="1870" actId="20577"/>
        <pc:sldMkLst>
          <pc:docMk/>
          <pc:sldMk cId="0" sldId="262"/>
        </pc:sldMkLst>
        <pc:spChg chg="mod">
          <ac:chgData name="Khoon Seng Lim" userId="ccc41adb4efbdc5d" providerId="LiveId" clId="{58EA4595-C74B-444B-A7F8-9B45384332F8}" dt="2026-06-21T05:53:25.198" v="1870" actId="20577"/>
          <ac:spMkLst>
            <pc:docMk/>
            <pc:sldMk cId="0" sldId="262"/>
            <ac:spMk id="3" creationId="{00000000-0000-0000-0000-000000000000}"/>
          </ac:spMkLst>
        </pc:spChg>
        <pc:spChg chg="mod">
          <ac:chgData name="Khoon Seng Lim" userId="ccc41adb4efbdc5d" providerId="LiveId" clId="{58EA4595-C74B-444B-A7F8-9B45384332F8}" dt="2026-06-21T05:08:20.663" v="1487" actId="20577"/>
          <ac:spMkLst>
            <pc:docMk/>
            <pc:sldMk cId="0" sldId="262"/>
            <ac:spMk id="6" creationId="{00000000-0000-0000-0000-000000000000}"/>
          </ac:spMkLst>
        </pc:spChg>
        <pc:spChg chg="mod">
          <ac:chgData name="Khoon Seng Lim" userId="ccc41adb4efbdc5d" providerId="LiveId" clId="{58EA4595-C74B-444B-A7F8-9B45384332F8}" dt="2026-06-21T05:35:46.248" v="1720" actId="20577"/>
          <ac:spMkLst>
            <pc:docMk/>
            <pc:sldMk cId="0" sldId="262"/>
            <ac:spMk id="7" creationId="{00000000-0000-0000-0000-000000000000}"/>
          </ac:spMkLst>
        </pc:spChg>
        <pc:spChg chg="add mod">
          <ac:chgData name="Khoon Seng Lim" userId="ccc41adb4efbdc5d" providerId="LiveId" clId="{58EA4595-C74B-444B-A7F8-9B45384332F8}" dt="2026-06-21T05:35:20.847" v="1706" actId="1038"/>
          <ac:spMkLst>
            <pc:docMk/>
            <pc:sldMk cId="0" sldId="262"/>
            <ac:spMk id="11" creationId="{60BCC57F-BB37-9821-BA36-098CFF83EC87}"/>
          </ac:spMkLst>
        </pc:spChg>
        <pc:graphicFrameChg chg="mod modGraphic">
          <ac:chgData name="Khoon Seng Lim" userId="ccc41adb4efbdc5d" providerId="LiveId" clId="{58EA4595-C74B-444B-A7F8-9B45384332F8}" dt="2026-06-21T05:26:16.821" v="1651" actId="20577"/>
          <ac:graphicFrameMkLst>
            <pc:docMk/>
            <pc:sldMk cId="0" sldId="262"/>
            <ac:graphicFrameMk id="5" creationId="{00000000-0000-0000-0000-000000000000}"/>
          </ac:graphicFrameMkLst>
        </pc:graphicFrameChg>
        <pc:picChg chg="add del mod">
          <ac:chgData name="Khoon Seng Lim" userId="ccc41adb4efbdc5d" providerId="LiveId" clId="{58EA4595-C74B-444B-A7F8-9B45384332F8}" dt="2026-06-21T05:35:11.369" v="1679" actId="478"/>
          <ac:picMkLst>
            <pc:docMk/>
            <pc:sldMk cId="0" sldId="262"/>
            <ac:picMk id="9" creationId="{EF980B3F-2873-CC62-E721-24AE3A2F57C2}"/>
          </ac:picMkLst>
        </pc:picChg>
        <pc:picChg chg="add mod">
          <ac:chgData name="Khoon Seng Lim" userId="ccc41adb4efbdc5d" providerId="LiveId" clId="{58EA4595-C74B-444B-A7F8-9B45384332F8}" dt="2026-06-21T05:35:17.450" v="1683" actId="14100"/>
          <ac:picMkLst>
            <pc:docMk/>
            <pc:sldMk cId="0" sldId="262"/>
            <ac:picMk id="13" creationId="{2E367B37-26B7-AC5E-8DF6-1EF51CEE9677}"/>
          </ac:picMkLst>
        </pc:picChg>
      </pc:sldChg>
      <pc:sldChg chg="addSp delSp modSp mod">
        <pc:chgData name="Khoon Seng Lim" userId="ccc41adb4efbdc5d" providerId="LiveId" clId="{58EA4595-C74B-444B-A7F8-9B45384332F8}" dt="2026-06-21T06:25:19.555" v="2384" actId="14734"/>
        <pc:sldMkLst>
          <pc:docMk/>
          <pc:sldMk cId="0" sldId="263"/>
        </pc:sldMkLst>
        <pc:spChg chg="mod">
          <ac:chgData name="Khoon Seng Lim" userId="ccc41adb4efbdc5d" providerId="LiveId" clId="{58EA4595-C74B-444B-A7F8-9B45384332F8}" dt="2026-06-21T05:14:46.814" v="1584"/>
          <ac:spMkLst>
            <pc:docMk/>
            <pc:sldMk cId="0" sldId="263"/>
            <ac:spMk id="3" creationId="{00000000-0000-0000-0000-000000000000}"/>
          </ac:spMkLst>
        </pc:spChg>
        <pc:spChg chg="mod">
          <ac:chgData name="Khoon Seng Lim" userId="ccc41adb4efbdc5d" providerId="LiveId" clId="{58EA4595-C74B-444B-A7F8-9B45384332F8}" dt="2026-06-21T06:01:35.351" v="2014" actId="20577"/>
          <ac:spMkLst>
            <pc:docMk/>
            <pc:sldMk cId="0" sldId="263"/>
            <ac:spMk id="5" creationId="{00000000-0000-0000-0000-000000000000}"/>
          </ac:spMkLst>
        </pc:spChg>
        <pc:spChg chg="del mod">
          <ac:chgData name="Khoon Seng Lim" userId="ccc41adb4efbdc5d" providerId="LiveId" clId="{58EA4595-C74B-444B-A7F8-9B45384332F8}" dt="2026-06-21T06:14:25.938" v="2145" actId="478"/>
          <ac:spMkLst>
            <pc:docMk/>
            <pc:sldMk cId="0" sldId="263"/>
            <ac:spMk id="7" creationId="{00000000-0000-0000-0000-000000000000}"/>
          </ac:spMkLst>
        </pc:spChg>
        <pc:graphicFrameChg chg="del">
          <ac:chgData name="Khoon Seng Lim" userId="ccc41adb4efbdc5d" providerId="LiveId" clId="{58EA4595-C74B-444B-A7F8-9B45384332F8}" dt="2026-06-21T05:36:31.278" v="1723" actId="478"/>
          <ac:graphicFrameMkLst>
            <pc:docMk/>
            <pc:sldMk cId="0" sldId="263"/>
            <ac:graphicFrameMk id="6" creationId="{00000000-0000-0000-0000-000000000000}"/>
          </ac:graphicFrameMkLst>
        </pc:graphicFrameChg>
        <pc:graphicFrameChg chg="del mod modGraphic">
          <ac:chgData name="Khoon Seng Lim" userId="ccc41adb4efbdc5d" providerId="LiveId" clId="{58EA4595-C74B-444B-A7F8-9B45384332F8}" dt="2026-06-21T06:14:27.599" v="2147" actId="478"/>
          <ac:graphicFrameMkLst>
            <pc:docMk/>
            <pc:sldMk cId="0" sldId="263"/>
            <ac:graphicFrameMk id="8" creationId="{00000000-0000-0000-0000-000000000000}"/>
          </ac:graphicFrameMkLst>
        </pc:graphicFrameChg>
        <pc:graphicFrameChg chg="add mod modGraphic">
          <ac:chgData name="Khoon Seng Lim" userId="ccc41adb4efbdc5d" providerId="LiveId" clId="{58EA4595-C74B-444B-A7F8-9B45384332F8}" dt="2026-06-21T06:25:19.555" v="2384" actId="14734"/>
          <ac:graphicFrameMkLst>
            <pc:docMk/>
            <pc:sldMk cId="0" sldId="263"/>
            <ac:graphicFrameMk id="11" creationId="{A171AAB1-3C27-2479-90BF-3D36DD83FA55}"/>
          </ac:graphicFrameMkLst>
        </pc:graphicFrameChg>
        <pc:picChg chg="del">
          <ac:chgData name="Khoon Seng Lim" userId="ccc41adb4efbdc5d" providerId="LiveId" clId="{58EA4595-C74B-444B-A7F8-9B45384332F8}" dt="2026-06-21T06:09:01.748" v="2102" actId="478"/>
          <ac:picMkLst>
            <pc:docMk/>
            <pc:sldMk cId="0" sldId="263"/>
            <ac:picMk id="9" creationId="{00000000-0000-0000-0000-000000000000}"/>
          </ac:picMkLst>
        </pc:picChg>
        <pc:picChg chg="add del mod">
          <ac:chgData name="Khoon Seng Lim" userId="ccc41adb4efbdc5d" providerId="LiveId" clId="{58EA4595-C74B-444B-A7F8-9B45384332F8}" dt="2026-06-21T06:14:24.974" v="2144" actId="478"/>
          <ac:picMkLst>
            <pc:docMk/>
            <pc:sldMk cId="0" sldId="263"/>
            <ac:picMk id="13" creationId="{BC9BEEE3-1E09-3F5A-35C9-B7E40BF3B2A8}"/>
          </ac:picMkLst>
        </pc:picChg>
        <pc:picChg chg="add del mod">
          <ac:chgData name="Khoon Seng Lim" userId="ccc41adb4efbdc5d" providerId="LiveId" clId="{58EA4595-C74B-444B-A7F8-9B45384332F8}" dt="2026-06-21T06:14:27.942" v="2148" actId="478"/>
          <ac:picMkLst>
            <pc:docMk/>
            <pc:sldMk cId="0" sldId="263"/>
            <ac:picMk id="15" creationId="{801425F9-CF5D-A69E-D807-0A1601B860B0}"/>
          </ac:picMkLst>
        </pc:picChg>
      </pc:sldChg>
      <pc:sldChg chg="addSp delSp modSp add del mod">
        <pc:chgData name="Khoon Seng Lim" userId="ccc41adb4efbdc5d" providerId="LiveId" clId="{58EA4595-C74B-444B-A7F8-9B45384332F8}" dt="2026-06-21T06:21:01.706" v="2326" actId="20577"/>
        <pc:sldMkLst>
          <pc:docMk/>
          <pc:sldMk cId="0" sldId="264"/>
        </pc:sldMkLst>
        <pc:spChg chg="mod">
          <ac:chgData name="Khoon Seng Lim" userId="ccc41adb4efbdc5d" providerId="LiveId" clId="{58EA4595-C74B-444B-A7F8-9B45384332F8}" dt="2026-06-21T05:14:59" v="1587"/>
          <ac:spMkLst>
            <pc:docMk/>
            <pc:sldMk cId="0" sldId="264"/>
            <ac:spMk id="3" creationId="{00000000-0000-0000-0000-000000000000}"/>
          </ac:spMkLst>
        </pc:spChg>
        <pc:spChg chg="mod">
          <ac:chgData name="Khoon Seng Lim" userId="ccc41adb4efbdc5d" providerId="LiveId" clId="{58EA4595-C74B-444B-A7F8-9B45384332F8}" dt="2026-06-21T06:13:18.727" v="2128" actId="255"/>
          <ac:spMkLst>
            <pc:docMk/>
            <pc:sldMk cId="0" sldId="264"/>
            <ac:spMk id="5" creationId="{00000000-0000-0000-0000-000000000000}"/>
          </ac:spMkLst>
        </pc:spChg>
        <pc:spChg chg="mod">
          <ac:chgData name="Khoon Seng Lim" userId="ccc41adb4efbdc5d" providerId="LiveId" clId="{58EA4595-C74B-444B-A7F8-9B45384332F8}" dt="2026-06-21T06:19:43.049" v="2301" actId="255"/>
          <ac:spMkLst>
            <pc:docMk/>
            <pc:sldMk cId="0" sldId="264"/>
            <ac:spMk id="7" creationId="{00000000-0000-0000-0000-000000000000}"/>
          </ac:spMkLst>
        </pc:spChg>
        <pc:spChg chg="mod">
          <ac:chgData name="Khoon Seng Lim" userId="ccc41adb4efbdc5d" providerId="LiveId" clId="{58EA4595-C74B-444B-A7F8-9B45384332F8}" dt="2026-06-21T06:21:01.706" v="2326" actId="20577"/>
          <ac:spMkLst>
            <pc:docMk/>
            <pc:sldMk cId="0" sldId="264"/>
            <ac:spMk id="8" creationId="{00000000-0000-0000-0000-000000000000}"/>
          </ac:spMkLst>
        </pc:spChg>
        <pc:graphicFrameChg chg="modGraphic">
          <ac:chgData name="Khoon Seng Lim" userId="ccc41adb4efbdc5d" providerId="LiveId" clId="{58EA4595-C74B-444B-A7F8-9B45384332F8}" dt="2026-06-21T06:13:48.931" v="2136" actId="14734"/>
          <ac:graphicFrameMkLst>
            <pc:docMk/>
            <pc:sldMk cId="0" sldId="264"/>
            <ac:graphicFrameMk id="6" creationId="{00000000-0000-0000-0000-000000000000}"/>
          </ac:graphicFrameMkLst>
        </pc:graphicFrameChg>
        <pc:picChg chg="del">
          <ac:chgData name="Khoon Seng Lim" userId="ccc41adb4efbdc5d" providerId="LiveId" clId="{58EA4595-C74B-444B-A7F8-9B45384332F8}" dt="2026-06-21T05:38:58.105" v="1746" actId="478"/>
          <ac:picMkLst>
            <pc:docMk/>
            <pc:sldMk cId="0" sldId="264"/>
            <ac:picMk id="9" creationId="{00000000-0000-0000-0000-000000000000}"/>
          </ac:picMkLst>
        </pc:picChg>
        <pc:picChg chg="add del mod">
          <ac:chgData name="Khoon Seng Lim" userId="ccc41adb4efbdc5d" providerId="LiveId" clId="{58EA4595-C74B-444B-A7F8-9B45384332F8}" dt="2026-06-21T05:40:12.945" v="1749" actId="478"/>
          <ac:picMkLst>
            <pc:docMk/>
            <pc:sldMk cId="0" sldId="264"/>
            <ac:picMk id="11" creationId="{B4239F0E-1D1C-BC0B-A8B1-57132784F53F}"/>
          </ac:picMkLst>
        </pc:picChg>
        <pc:picChg chg="add del mod">
          <ac:chgData name="Khoon Seng Lim" userId="ccc41adb4efbdc5d" providerId="LiveId" clId="{58EA4595-C74B-444B-A7F8-9B45384332F8}" dt="2026-06-21T06:14:08.886" v="2140" actId="21"/>
          <ac:picMkLst>
            <pc:docMk/>
            <pc:sldMk cId="0" sldId="264"/>
            <ac:picMk id="13" creationId="{B6A3B067-5302-4E5F-87D6-967891ED100A}"/>
          </ac:picMkLst>
        </pc:picChg>
        <pc:picChg chg="add del">
          <ac:chgData name="Khoon Seng Lim" userId="ccc41adb4efbdc5d" providerId="LiveId" clId="{58EA4595-C74B-444B-A7F8-9B45384332F8}" dt="2026-06-21T06:18:38.736" v="2287" actId="22"/>
          <ac:picMkLst>
            <pc:docMk/>
            <pc:sldMk cId="0" sldId="264"/>
            <ac:picMk id="15" creationId="{CCD4C572-C45C-5601-0586-C7E27A8B3701}"/>
          </ac:picMkLst>
        </pc:picChg>
        <pc:picChg chg="add mod">
          <ac:chgData name="Khoon Seng Lim" userId="ccc41adb4efbdc5d" providerId="LiveId" clId="{58EA4595-C74B-444B-A7F8-9B45384332F8}" dt="2026-06-21T06:19:55.560" v="2303" actId="1076"/>
          <ac:picMkLst>
            <pc:docMk/>
            <pc:sldMk cId="0" sldId="264"/>
            <ac:picMk id="17" creationId="{0193F236-D496-F410-186A-0E573BB4B3AD}"/>
          </ac:picMkLst>
        </pc:picChg>
      </pc:sldChg>
      <pc:sldChg chg="modSp mod">
        <pc:chgData name="Khoon Seng Lim" userId="ccc41adb4efbdc5d" providerId="LiveId" clId="{58EA4595-C74B-444B-A7F8-9B45384332F8}" dt="2026-06-21T06:29:03.638" v="2401" actId="20577"/>
        <pc:sldMkLst>
          <pc:docMk/>
          <pc:sldMk cId="0" sldId="265"/>
        </pc:sldMkLst>
        <pc:graphicFrameChg chg="mod modGraphic">
          <ac:chgData name="Khoon Seng Lim" userId="ccc41adb4efbdc5d" providerId="LiveId" clId="{58EA4595-C74B-444B-A7F8-9B45384332F8}" dt="2026-06-21T06:29:03.638" v="2401" actId="20577"/>
          <ac:graphicFrameMkLst>
            <pc:docMk/>
            <pc:sldMk cId="0" sldId="265"/>
            <ac:graphicFrameMk id="4" creationId="{00000000-0000-0000-0000-000000000000}"/>
          </ac:graphicFrameMkLst>
        </pc:graphicFrameChg>
        <pc:graphicFrameChg chg="mod modGraphic">
          <ac:chgData name="Khoon Seng Lim" userId="ccc41adb4efbdc5d" providerId="LiveId" clId="{58EA4595-C74B-444B-A7F8-9B45384332F8}" dt="2026-06-21T06:21:23.863" v="2328" actId="20577"/>
          <ac:graphicFrameMkLst>
            <pc:docMk/>
            <pc:sldMk cId="0" sldId="265"/>
            <ac:graphicFrameMk id="5" creationId="{00000000-0000-0000-0000-000000000000}"/>
          </ac:graphicFrameMkLst>
        </pc:graphicFrameChg>
      </pc:sldChg>
      <pc:sldChg chg="addSp delSp modSp add mod setBg">
        <pc:chgData name="Khoon Seng Lim" userId="ccc41adb4efbdc5d" providerId="LiveId" clId="{58EA4595-C74B-444B-A7F8-9B45384332F8}" dt="2026-06-21T05:12:23.565" v="1531"/>
        <pc:sldMkLst>
          <pc:docMk/>
          <pc:sldMk cId="2051278610" sldId="266"/>
        </pc:sldMkLst>
        <pc:spChg chg="mod">
          <ac:chgData name="Khoon Seng Lim" userId="ccc41adb4efbdc5d" providerId="LiveId" clId="{58EA4595-C74B-444B-A7F8-9B45384332F8}" dt="2026-06-21T05:12:23.565" v="1531"/>
          <ac:spMkLst>
            <pc:docMk/>
            <pc:sldMk cId="2051278610" sldId="266"/>
            <ac:spMk id="3" creationId="{8E856272-02CD-BB9D-761C-B943BBA1B5EF}"/>
          </ac:spMkLst>
        </pc:spChg>
        <pc:spChg chg="add del">
          <ac:chgData name="Khoon Seng Lim" userId="ccc41adb4efbdc5d" providerId="LiveId" clId="{58EA4595-C74B-444B-A7F8-9B45384332F8}" dt="2026-06-21T03:49:01.735" v="295" actId="478"/>
          <ac:spMkLst>
            <pc:docMk/>
            <pc:sldMk cId="2051278610" sldId="266"/>
            <ac:spMk id="5" creationId="{3CFD2423-EED2-0DAB-647B-7D6FA5F8B829}"/>
          </ac:spMkLst>
        </pc:spChg>
        <pc:spChg chg="del">
          <ac:chgData name="Khoon Seng Lim" userId="ccc41adb4efbdc5d" providerId="LiveId" clId="{58EA4595-C74B-444B-A7F8-9B45384332F8}" dt="2026-06-21T03:49:05.255" v="296" actId="478"/>
          <ac:spMkLst>
            <pc:docMk/>
            <pc:sldMk cId="2051278610" sldId="266"/>
            <ac:spMk id="6" creationId="{063F3C2D-1348-76B7-5FB3-09EA816B7E6F}"/>
          </ac:spMkLst>
        </pc:spChg>
        <pc:spChg chg="mod">
          <ac:chgData name="Khoon Seng Lim" userId="ccc41adb4efbdc5d" providerId="LiveId" clId="{58EA4595-C74B-444B-A7F8-9B45384332F8}" dt="2026-06-21T03:52:19.765" v="351" actId="14100"/>
          <ac:spMkLst>
            <pc:docMk/>
            <pc:sldMk cId="2051278610" sldId="266"/>
            <ac:spMk id="9" creationId="{133C3111-D6F2-19B6-3D25-A0F22CC8F255}"/>
          </ac:spMkLst>
        </pc:spChg>
        <pc:spChg chg="mod">
          <ac:chgData name="Khoon Seng Lim" userId="ccc41adb4efbdc5d" providerId="LiveId" clId="{58EA4595-C74B-444B-A7F8-9B45384332F8}" dt="2026-06-21T03:52:15.555" v="350" actId="255"/>
          <ac:spMkLst>
            <pc:docMk/>
            <pc:sldMk cId="2051278610" sldId="266"/>
            <ac:spMk id="11" creationId="{63F0C387-48D3-8178-B6A0-A67BA4C3399F}"/>
          </ac:spMkLst>
        </pc:spChg>
        <pc:picChg chg="mod">
          <ac:chgData name="Khoon Seng Lim" userId="ccc41adb4efbdc5d" providerId="LiveId" clId="{58EA4595-C74B-444B-A7F8-9B45384332F8}" dt="2026-06-21T04:06:57.919" v="597" actId="1036"/>
          <ac:picMkLst>
            <pc:docMk/>
            <pc:sldMk cId="2051278610" sldId="266"/>
            <ac:picMk id="7" creationId="{A08EF847-5992-75DA-B9B5-4DCCCE50A21B}"/>
          </ac:picMkLst>
        </pc:picChg>
        <pc:picChg chg="del">
          <ac:chgData name="Khoon Seng Lim" userId="ccc41adb4efbdc5d" providerId="LiveId" clId="{58EA4595-C74B-444B-A7F8-9B45384332F8}" dt="2026-06-21T03:48:34.540" v="122" actId="478"/>
          <ac:picMkLst>
            <pc:docMk/>
            <pc:sldMk cId="2051278610" sldId="266"/>
            <ac:picMk id="13" creationId="{A8614C5D-5887-FFA0-0660-2544FDCDA468}"/>
          </ac:picMkLst>
        </pc:picChg>
      </pc:sldChg>
      <pc:sldChg chg="addSp delSp modSp add mod setBg">
        <pc:chgData name="Khoon Seng Lim" userId="ccc41adb4efbdc5d" providerId="LiveId" clId="{58EA4595-C74B-444B-A7F8-9B45384332F8}" dt="2026-06-21T06:20:45.896" v="2322" actId="14100"/>
        <pc:sldMkLst>
          <pc:docMk/>
          <pc:sldMk cId="3886452116" sldId="267"/>
        </pc:sldMkLst>
        <pc:spChg chg="del">
          <ac:chgData name="Khoon Seng Lim" userId="ccc41adb4efbdc5d" providerId="LiveId" clId="{58EA4595-C74B-444B-A7F8-9B45384332F8}" dt="2026-06-21T06:16:20.534" v="2257" actId="478"/>
          <ac:spMkLst>
            <pc:docMk/>
            <pc:sldMk cId="3886452116" sldId="267"/>
            <ac:spMk id="5" creationId="{AD6E051A-3CFF-39FE-A148-216A475D605D}"/>
          </ac:spMkLst>
        </pc:spChg>
        <pc:spChg chg="mod">
          <ac:chgData name="Khoon Seng Lim" userId="ccc41adb4efbdc5d" providerId="LiveId" clId="{58EA4595-C74B-444B-A7F8-9B45384332F8}" dt="2026-06-21T06:18:54.649" v="2295" actId="1076"/>
          <ac:spMkLst>
            <pc:docMk/>
            <pc:sldMk cId="3886452116" sldId="267"/>
            <ac:spMk id="7" creationId="{F20BEF85-55FD-4222-11E1-8622E991F26B}"/>
          </ac:spMkLst>
        </pc:spChg>
        <pc:graphicFrameChg chg="mod modGraphic">
          <ac:chgData name="Khoon Seng Lim" userId="ccc41adb4efbdc5d" providerId="LiveId" clId="{58EA4595-C74B-444B-A7F8-9B45384332F8}" dt="2026-06-21T06:20:45.896" v="2322" actId="14100"/>
          <ac:graphicFrameMkLst>
            <pc:docMk/>
            <pc:sldMk cId="3886452116" sldId="267"/>
            <ac:graphicFrameMk id="8" creationId="{323153DC-12A3-8F2D-7F1F-EBA4981080C3}"/>
          </ac:graphicFrameMkLst>
        </pc:graphicFrameChg>
        <pc:graphicFrameChg chg="del">
          <ac:chgData name="Khoon Seng Lim" userId="ccc41adb4efbdc5d" providerId="LiveId" clId="{58EA4595-C74B-444B-A7F8-9B45384332F8}" dt="2026-06-21T06:16:18.407" v="2256" actId="478"/>
          <ac:graphicFrameMkLst>
            <pc:docMk/>
            <pc:sldMk cId="3886452116" sldId="267"/>
            <ac:graphicFrameMk id="11" creationId="{514F66DC-D9C8-990E-C7C5-1DAC5CA8B178}"/>
          </ac:graphicFrameMkLst>
        </pc:graphicFrameChg>
        <pc:picChg chg="mod">
          <ac:chgData name="Khoon Seng Lim" userId="ccc41adb4efbdc5d" providerId="LiveId" clId="{58EA4595-C74B-444B-A7F8-9B45384332F8}" dt="2026-06-21T06:20:36.697" v="2311" actId="1076"/>
          <ac:picMkLst>
            <pc:docMk/>
            <pc:sldMk cId="3886452116" sldId="267"/>
            <ac:picMk id="13" creationId="{447C8AA2-5B13-6510-1FAD-8FB149280080}"/>
          </ac:picMkLst>
        </pc:picChg>
        <pc:picChg chg="add del mod">
          <ac:chgData name="Khoon Seng Lim" userId="ccc41adb4efbdc5d" providerId="LiveId" clId="{58EA4595-C74B-444B-A7F8-9B45384332F8}" dt="2026-06-21T06:20:41.348" v="2321" actId="1037"/>
          <ac:picMkLst>
            <pc:docMk/>
            <pc:sldMk cId="3886452116" sldId="267"/>
            <ac:picMk id="15" creationId="{50AD84F1-6EED-D08C-11DD-3BBFECE3C7B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s6XiefyZ9nQ" TargetMode="External"/><Relationship Id="rId2" Type="http://schemas.openxmlformats.org/officeDocument/2006/relationships/hyperlink" Target="https://github.com/kinwahlai/ICT6001C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kaggle.com/competitions/playground-series-s6e3/data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1A5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113687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Telco Customer Churn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34440"/>
            <a:ext cx="113687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FFFFFF"/>
                </a:solidFill>
                <a:latin typeface="Calibri"/>
              </a:rPr>
              <a:t>ICT6001</a:t>
            </a:r>
            <a:r>
              <a:rPr lang="en-US" sz="1600" b="0" i="0" dirty="0">
                <a:solidFill>
                  <a:srgbClr val="FFFFFF"/>
                </a:solidFill>
                <a:latin typeface="Calibri"/>
              </a:rPr>
              <a:t>C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— AI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Programme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| Week 1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691640"/>
            <a:ext cx="113687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ED6F1"/>
                </a:solidFill>
                <a:latin typeface="Calibri"/>
              </a:rPr>
              <a:t>Group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606040"/>
            <a:ext cx="5486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2C3E50"/>
                </a:solidFill>
                <a:latin typeface="Calibri"/>
              </a:rPr>
              <a:t>  YEO XIU JUAN (ID: 2570</a:t>
            </a:r>
            <a:r>
              <a:rPr lang="en-US" sz="1500" b="0" i="0" dirty="0">
                <a:solidFill>
                  <a:srgbClr val="2C3E50"/>
                </a:solidFill>
                <a:latin typeface="Calibri"/>
              </a:rPr>
              <a:t>472</a:t>
            </a:r>
            <a:r>
              <a:rPr sz="1500" b="0" i="0" dirty="0">
                <a:solidFill>
                  <a:srgbClr val="2C3E50"/>
                </a:solidFill>
                <a:latin typeface="Calibri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971800"/>
            <a:ext cx="5486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2C3E50"/>
                </a:solidFill>
                <a:latin typeface="Calibri"/>
              </a:rPr>
              <a:t>  LIM KHOON SENG (</a:t>
            </a:r>
            <a:r>
              <a:rPr sz="1500" b="0" i="0" dirty="0">
                <a:latin typeface="Calibri"/>
              </a:rPr>
              <a:t>ID: </a:t>
            </a:r>
            <a:r>
              <a:rPr lang="en-US" sz="1500" b="0" i="0" dirty="0">
                <a:latin typeface="Calibri"/>
              </a:rPr>
              <a:t>2570459</a:t>
            </a:r>
            <a:r>
              <a:rPr sz="1500" b="0" i="0" dirty="0">
                <a:latin typeface="Calibri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337560"/>
            <a:ext cx="5486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2C3E50"/>
                </a:solidFill>
                <a:latin typeface="Calibri"/>
              </a:rPr>
              <a:t>  LAI KIN WAH (ID: 2570</a:t>
            </a:r>
            <a:r>
              <a:rPr lang="en-US" sz="1500" b="0" i="0" dirty="0">
                <a:solidFill>
                  <a:srgbClr val="2C3E50"/>
                </a:solidFill>
                <a:latin typeface="Calibri"/>
              </a:rPr>
              <a:t>461</a:t>
            </a:r>
            <a:r>
              <a:rPr sz="1500" b="0" i="0" dirty="0">
                <a:solidFill>
                  <a:srgbClr val="2C3E50"/>
                </a:solidFill>
                <a:latin typeface="Calibri"/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5852160"/>
            <a:ext cx="1136873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 dirty="0">
                <a:solidFill>
                  <a:srgbClr val="2980B9"/>
                </a:solidFill>
                <a:latin typeface="Calibri"/>
              </a:rPr>
              <a:t>Repo :  </a:t>
            </a:r>
            <a:r>
              <a:rPr lang="en-US" sz="1100" dirty="0">
                <a:hlinkClick r:id="rId2"/>
              </a:rPr>
              <a:t>https://github.com/kinwahlai/ICT6001C</a:t>
            </a:r>
            <a:endParaRPr lang="en-US" sz="1100" dirty="0"/>
          </a:p>
        </p:txBody>
      </p:sp>
      <p:sp>
        <p:nvSpPr>
          <p:cNvPr id="10" name="TextBox 9"/>
          <p:cNvSpPr txBox="1"/>
          <p:nvPr/>
        </p:nvSpPr>
        <p:spPr>
          <a:xfrm>
            <a:off x="411480" y="6217920"/>
            <a:ext cx="1136873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 dirty="0">
                <a:solidFill>
                  <a:srgbClr val="2980B9"/>
                </a:solidFill>
                <a:latin typeface="Calibri"/>
              </a:rPr>
              <a:t>Video:  </a:t>
            </a:r>
            <a:r>
              <a:rPr lang="en-GB" sz="1100" dirty="0">
                <a:solidFill>
                  <a:srgbClr val="2980B9"/>
                </a:solidFill>
                <a:hlinkClick r:id="rId3"/>
              </a:rPr>
              <a:t>https://youtu.be</a:t>
            </a:r>
            <a:r>
              <a:rPr lang="en-GB" sz="1100">
                <a:solidFill>
                  <a:srgbClr val="2980B9"/>
                </a:solidFill>
                <a:hlinkClick r:id="rId3"/>
              </a:rPr>
              <a:t>/s6XiefyZ9nQ</a:t>
            </a:r>
            <a:endParaRPr lang="en-GB" sz="1100">
              <a:solidFill>
                <a:srgbClr val="2980B9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BAED54-41A1-6402-3DEB-BC17045DC245}"/>
              </a:ext>
            </a:extLst>
          </p:cNvPr>
          <p:cNvSpPr txBox="1"/>
          <p:nvPr/>
        </p:nvSpPr>
        <p:spPr>
          <a:xfrm>
            <a:off x="411480" y="5463540"/>
            <a:ext cx="1136873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100" b="0" i="0">
                <a:solidFill>
                  <a:srgbClr val="2980B9"/>
                </a:solidFill>
                <a:latin typeface="Calibri"/>
              </a:defRPr>
            </a:lvl1pPr>
          </a:lstStyle>
          <a:p>
            <a:r>
              <a:rPr lang="en-US" dirty="0"/>
              <a:t>Kaggle Dataset</a:t>
            </a:r>
            <a:r>
              <a:rPr dirty="0"/>
              <a:t> :  </a:t>
            </a:r>
            <a:r>
              <a:rPr lang="en-SG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Predict Customer Churn | Kaggle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68735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11368735" cy="3954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700" dirty="0">
                <a:solidFill>
                  <a:srgbClr val="2C3E50"/>
                </a:solidFill>
                <a:latin typeface="Calibri"/>
              </a:rPr>
              <a:t>◆  Dataset: 594,194 Telco customers  |  Churn rate ~22.5%  |  Class imbalance handled with SMOTE</a:t>
            </a:r>
            <a:endParaRPr lang="en-US" sz="1700" dirty="0">
              <a:solidFill>
                <a:srgbClr val="2C3E50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endParaRPr sz="1700" dirty="0">
              <a:solidFill>
                <a:srgbClr val="2C3E50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1700" dirty="0">
                <a:solidFill>
                  <a:srgbClr val="2C3E50"/>
                </a:solidFill>
                <a:latin typeface="Calibri"/>
              </a:rPr>
              <a:t>◆  3 model families compared via 5-fold stratified CV (ROC-AUC primary, Recall secondary)</a:t>
            </a:r>
            <a:endParaRPr lang="en-US" sz="1700" dirty="0">
              <a:solidFill>
                <a:srgbClr val="2C3E50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endParaRPr sz="1700" dirty="0">
              <a:solidFill>
                <a:srgbClr val="2C3E50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1700" dirty="0">
                <a:solidFill>
                  <a:srgbClr val="2C3E50"/>
                </a:solidFill>
                <a:latin typeface="Calibri"/>
              </a:rPr>
              <a:t>◆  Champion: </a:t>
            </a:r>
            <a:r>
              <a:rPr sz="1700" dirty="0" err="1">
                <a:solidFill>
                  <a:srgbClr val="2C3E50"/>
                </a:solidFill>
                <a:latin typeface="Calibri"/>
              </a:rPr>
              <a:t>XGBoost</a:t>
            </a:r>
            <a:r>
              <a:rPr sz="1700" dirty="0">
                <a:solidFill>
                  <a:srgbClr val="2C3E50"/>
                </a:solidFill>
                <a:latin typeface="Calibri"/>
              </a:rPr>
              <a:t> (Boosting) — highest CV ROC-AUC</a:t>
            </a:r>
            <a:endParaRPr lang="en-US" sz="1700" dirty="0">
              <a:solidFill>
                <a:srgbClr val="2C3E50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endParaRPr sz="1700" dirty="0">
              <a:solidFill>
                <a:srgbClr val="2C3E50"/>
              </a:solidFill>
              <a:latin typeface="Calibri"/>
            </a:endParaRPr>
          </a:p>
          <a:p>
            <a:pPr>
              <a:spcBef>
                <a:spcPts val="300"/>
              </a:spcBef>
            </a:pPr>
            <a:r>
              <a:rPr sz="1700" dirty="0">
                <a:solidFill>
                  <a:srgbClr val="2C3E50"/>
                </a:solidFill>
                <a:latin typeface="Calibri"/>
              </a:rPr>
              <a:t>◆  Champion tuned via </a:t>
            </a:r>
            <a:r>
              <a:rPr sz="1700" dirty="0" err="1">
                <a:solidFill>
                  <a:srgbClr val="2C3E50"/>
                </a:solidFill>
                <a:latin typeface="Calibri"/>
              </a:rPr>
              <a:t>GridSearchCV</a:t>
            </a:r>
            <a:r>
              <a:rPr sz="1700" dirty="0">
                <a:solidFill>
                  <a:srgbClr val="2C3E50"/>
                </a:solidFill>
                <a:latin typeface="Calibri"/>
              </a:rPr>
              <a:t> (champion-only, </a:t>
            </a:r>
            <a:r>
              <a:rPr lang="en-SG" sz="1700" dirty="0">
                <a:solidFill>
                  <a:srgbClr val="2C3E50"/>
                </a:solidFill>
              </a:rPr>
              <a:t>≤50-config budget, 100,000 subsampling</a:t>
            </a:r>
            <a:r>
              <a:rPr sz="1700" dirty="0">
                <a:solidFill>
                  <a:srgbClr val="2C3E50"/>
                </a:solidFill>
                <a:latin typeface="Calibri"/>
              </a:rPr>
              <a:t>); CV </a:t>
            </a:r>
            <a:r>
              <a:rPr sz="1700" b="1" i="1" dirty="0">
                <a:solidFill>
                  <a:srgbClr val="2C3E50"/>
                </a:solidFill>
                <a:latin typeface="Calibri"/>
              </a:rPr>
              <a:t>ROC-AUC</a:t>
            </a:r>
            <a:r>
              <a:rPr sz="1700" i="1" dirty="0">
                <a:solidFill>
                  <a:srgbClr val="2C3E50"/>
                </a:solidFill>
                <a:latin typeface="Calibri"/>
              </a:rPr>
              <a:t> 0.910</a:t>
            </a:r>
            <a:r>
              <a:rPr lang="en-US" sz="1700" i="1" dirty="0">
                <a:solidFill>
                  <a:srgbClr val="2C3E50"/>
                </a:solidFill>
                <a:latin typeface="Calibri"/>
              </a:rPr>
              <a:t>9</a:t>
            </a:r>
            <a:r>
              <a:rPr sz="1700" i="1" dirty="0">
                <a:solidFill>
                  <a:srgbClr val="2C3E50"/>
                </a:solidFill>
                <a:latin typeface="Calibri"/>
              </a:rPr>
              <a:t>±0.001</a:t>
            </a:r>
            <a:r>
              <a:rPr lang="en-US" sz="1700" i="1" dirty="0">
                <a:solidFill>
                  <a:srgbClr val="2C3E50"/>
                </a:solidFill>
                <a:latin typeface="Calibri"/>
              </a:rPr>
              <a:t>1</a:t>
            </a:r>
          </a:p>
          <a:p>
            <a:pPr>
              <a:spcBef>
                <a:spcPts val="300"/>
              </a:spcBef>
            </a:pPr>
            <a:r>
              <a:rPr lang="en-US" sz="1700" i="1" dirty="0">
                <a:solidFill>
                  <a:srgbClr val="2C3E50"/>
                </a:solidFill>
                <a:latin typeface="Calibri"/>
              </a:rPr>
              <a:t> </a:t>
            </a:r>
          </a:p>
          <a:p>
            <a:pPr>
              <a:spcBef>
                <a:spcPts val="300"/>
              </a:spcBef>
            </a:pPr>
            <a:r>
              <a:rPr sz="1700" dirty="0">
                <a:solidFill>
                  <a:srgbClr val="2C3E50"/>
                </a:solidFill>
                <a:latin typeface="Calibri"/>
              </a:rPr>
              <a:t>◆  Hold-out (evaluated once):  ROC-AUC 0.91</a:t>
            </a:r>
            <a:r>
              <a:rPr lang="en-US" sz="1700" dirty="0">
                <a:solidFill>
                  <a:srgbClr val="2C3E50"/>
                </a:solidFill>
                <a:latin typeface="Calibri"/>
              </a:rPr>
              <a:t>43</a:t>
            </a:r>
            <a:r>
              <a:rPr sz="1700" dirty="0">
                <a:solidFill>
                  <a:srgbClr val="2C3E50"/>
                </a:solidFill>
                <a:latin typeface="Calibri"/>
              </a:rPr>
              <a:t>  ·  Recall 0.80</a:t>
            </a:r>
            <a:r>
              <a:rPr lang="en-US" sz="1700" dirty="0">
                <a:solidFill>
                  <a:srgbClr val="2C3E50"/>
                </a:solidFill>
                <a:latin typeface="Calibri"/>
              </a:rPr>
              <a:t>83</a:t>
            </a:r>
            <a:r>
              <a:rPr sz="1700" dirty="0">
                <a:solidFill>
                  <a:srgbClr val="2C3E50"/>
                </a:solidFill>
                <a:latin typeface="Calibri"/>
              </a:rPr>
              <a:t>  at threshold 0.61</a:t>
            </a:r>
            <a:endParaRPr lang="en-US" sz="1700" dirty="0">
              <a:solidFill>
                <a:srgbClr val="2C3E50"/>
              </a:solidFill>
              <a:latin typeface="Calibri"/>
            </a:endParaRPr>
          </a:p>
          <a:p>
            <a:pPr>
              <a:spcBef>
                <a:spcPts val="300"/>
              </a:spcBef>
            </a:pPr>
            <a:endParaRPr sz="1700" dirty="0">
              <a:solidFill>
                <a:srgbClr val="2C3E50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1700" dirty="0">
                <a:solidFill>
                  <a:srgbClr val="2C3E50"/>
                </a:solidFill>
                <a:latin typeface="Calibri"/>
              </a:rPr>
              <a:t>◆  Threshold 0.61 = highest cut still holding ≥80% recall; FN far costlier than FP</a:t>
            </a:r>
            <a:endParaRPr lang="en-US" sz="1700" dirty="0">
              <a:solidFill>
                <a:srgbClr val="2C3E50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endParaRPr sz="1700" dirty="0">
              <a:solidFill>
                <a:srgbClr val="2C3E50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1700" dirty="0">
                <a:solidFill>
                  <a:srgbClr val="2C3E50"/>
                </a:solidFill>
                <a:latin typeface="Calibri"/>
              </a:rPr>
              <a:t>◆  Tier retention offers by predicted churn probability — concentrate premium spend on highest-risk customers.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6873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 dirty="0">
                <a:solidFill>
                  <a:srgbClr val="FFFFFF"/>
                </a:solidFill>
                <a:latin typeface="Calibri"/>
              </a:rPr>
              <a:t>Data Engineering &amp; EDA </a:t>
            </a:r>
            <a:r>
              <a:rPr lang="en-US" sz="2200" b="1" i="0" dirty="0">
                <a:solidFill>
                  <a:srgbClr val="FFFFFF"/>
                </a:solidFill>
                <a:latin typeface="Calibri"/>
              </a:rPr>
              <a:t>[</a:t>
            </a:r>
            <a:r>
              <a:rPr sz="2200" b="1" i="0" dirty="0">
                <a:solidFill>
                  <a:srgbClr val="FFFFFF"/>
                </a:solidFill>
                <a:latin typeface="Calibri"/>
              </a:rPr>
              <a:t>Part A</a:t>
            </a:r>
            <a:r>
              <a:rPr lang="en-US" sz="2200" b="1" dirty="0">
                <a:solidFill>
                  <a:srgbClr val="FFFFFF"/>
                </a:solidFill>
              </a:rPr>
              <a:t> (</a:t>
            </a:r>
            <a:r>
              <a:rPr lang="en-SG" sz="2200" b="1" dirty="0">
                <a:solidFill>
                  <a:srgbClr val="FFFFFF"/>
                </a:solidFill>
              </a:rPr>
              <a:t>§1</a:t>
            </a:r>
            <a:r>
              <a:rPr sz="2200" b="1" i="0" dirty="0">
                <a:solidFill>
                  <a:srgbClr val="FFFFFF"/>
                </a:solidFill>
                <a:latin typeface="Calibri"/>
              </a:rPr>
              <a:t>)</a:t>
            </a:r>
            <a:r>
              <a:rPr lang="en-US" sz="2200" b="1" i="0" dirty="0">
                <a:solidFill>
                  <a:srgbClr val="FFFFFF"/>
                </a:solidFill>
                <a:latin typeface="Calibri"/>
              </a:rPr>
              <a:t>]</a:t>
            </a:r>
            <a:endParaRPr sz="2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>
                <a:solidFill>
                  <a:srgbClr val="7F8C8D"/>
                </a:solidFill>
                <a:latin typeface="Calibri"/>
              </a:rPr>
              <a:t>CRISP-DM: Data Preparation  |  80/20 stratified split  |  </a:t>
            </a:r>
            <a:r>
              <a:rPr sz="1000" b="0" i="1" dirty="0" err="1">
                <a:solidFill>
                  <a:srgbClr val="7F8C8D"/>
                </a:solidFill>
                <a:latin typeface="Calibri"/>
              </a:rPr>
              <a:t>X_test</a:t>
            </a:r>
            <a:r>
              <a:rPr sz="1000" b="0" i="1" dirty="0">
                <a:solidFill>
                  <a:srgbClr val="7F8C8D"/>
                </a:solidFill>
                <a:latin typeface="Calibri"/>
              </a:rPr>
              <a:t> locked until §4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42416"/>
            <a:ext cx="43891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00" b="1" i="0" dirty="0">
                <a:solidFill>
                  <a:srgbClr val="2980B9"/>
                </a:solidFill>
                <a:latin typeface="Calibri"/>
              </a:rPr>
              <a:t>Data Preparation</a:t>
            </a:r>
            <a:endParaRPr sz="1500" b="1" i="0" dirty="0">
              <a:solidFill>
                <a:srgbClr val="2980B9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" y="1408176"/>
            <a:ext cx="5128708" cy="823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lang="en-SG" sz="1500" dirty="0">
                <a:solidFill>
                  <a:srgbClr val="2C3E50"/>
                </a:solidFill>
                <a:latin typeface="Calibri"/>
              </a:rPr>
              <a:t>◆</a:t>
            </a:r>
            <a:r>
              <a:rPr sz="1500" dirty="0">
                <a:solidFill>
                  <a:srgbClr val="2C3E50"/>
                </a:solidFill>
                <a:latin typeface="Calibri"/>
              </a:rPr>
              <a:t>  No missing values; </a:t>
            </a:r>
            <a:r>
              <a:rPr sz="1500" dirty="0" err="1">
                <a:solidFill>
                  <a:srgbClr val="2C3E50"/>
                </a:solidFill>
                <a:latin typeface="Calibri"/>
              </a:rPr>
              <a:t>TotalCharges</a:t>
            </a:r>
            <a:r>
              <a:rPr sz="1500" dirty="0">
                <a:solidFill>
                  <a:srgbClr val="2C3E50"/>
                </a:solidFill>
                <a:latin typeface="Calibri"/>
              </a:rPr>
              <a:t> coerced from blank strings.</a:t>
            </a:r>
          </a:p>
          <a:p>
            <a:pPr algn="l">
              <a:spcBef>
                <a:spcPts val="300"/>
              </a:spcBef>
            </a:pPr>
            <a:r>
              <a:rPr sz="1500" dirty="0">
                <a:solidFill>
                  <a:srgbClr val="2C3E50"/>
                </a:solidFill>
                <a:latin typeface="Calibri"/>
              </a:rPr>
              <a:t>◆  Churn rate ~22.5% — moderate imbalance addressed by SMOTE inside pipeline.</a:t>
            </a:r>
          </a:p>
        </p:txBody>
      </p:sp>
      <p:pic>
        <p:nvPicPr>
          <p:cNvPr id="8" name="Picture 7" descr="The image shows a churn distribution chart indicating that 77.5% of the data has churned, with a total count of 460,377.&#10;&#10;AI-generated content may be incorrect.">
            <a:extLst>
              <a:ext uri="{FF2B5EF4-FFF2-40B4-BE49-F238E27FC236}">
                <a16:creationId xmlns:a16="http://schemas.microsoft.com/office/drawing/2014/main" id="{A0999717-28D7-801F-DC0A-355288E5D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0188" y="1203998"/>
            <a:ext cx="6515100" cy="4610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AC76C-9908-3A59-74DC-B703B50EC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CE01BAE-F93A-D8DC-9392-8C99DF082097}"/>
              </a:ext>
            </a:extLst>
          </p:cNvPr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856272-02CD-BB9D-761C-B943BBA1B5EF}"/>
              </a:ext>
            </a:extLst>
          </p:cNvPr>
          <p:cNvSpPr txBox="1"/>
          <p:nvPr/>
        </p:nvSpPr>
        <p:spPr>
          <a:xfrm>
            <a:off x="411480" y="91440"/>
            <a:ext cx="1136873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 dirty="0">
                <a:solidFill>
                  <a:srgbClr val="FFFFFF"/>
                </a:solidFill>
                <a:latin typeface="Calibri"/>
              </a:rPr>
              <a:t>Data Engineering &amp; EDA </a:t>
            </a:r>
            <a:r>
              <a:rPr lang="en-US" sz="2200" b="1" dirty="0">
                <a:solidFill>
                  <a:srgbClr val="FFFFFF"/>
                </a:solidFill>
              </a:rPr>
              <a:t>[Part A (§1)]</a:t>
            </a:r>
            <a:endParaRPr sz="2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5CDAD2-39CF-64FD-41E5-78D01E59D382}"/>
              </a:ext>
            </a:extLst>
          </p:cNvPr>
          <p:cNvSpPr txBox="1"/>
          <p:nvPr/>
        </p:nvSpPr>
        <p:spPr>
          <a:xfrm>
            <a:off x="411480" y="65836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>
                <a:solidFill>
                  <a:srgbClr val="7F8C8D"/>
                </a:solidFill>
                <a:latin typeface="Calibri"/>
              </a:rPr>
              <a:t>CRISP-DM: Data Preparation  |  80/20 stratified split  |  </a:t>
            </a:r>
            <a:r>
              <a:rPr sz="1000" b="0" i="1" dirty="0" err="1">
                <a:solidFill>
                  <a:srgbClr val="7F8C8D"/>
                </a:solidFill>
                <a:latin typeface="Calibri"/>
              </a:rPr>
              <a:t>X_test</a:t>
            </a:r>
            <a:r>
              <a:rPr sz="1000" b="0" i="1" dirty="0">
                <a:solidFill>
                  <a:srgbClr val="7F8C8D"/>
                </a:solidFill>
                <a:latin typeface="Calibri"/>
              </a:rPr>
              <a:t> locked until §4</a:t>
            </a:r>
          </a:p>
        </p:txBody>
      </p:sp>
      <p:pic>
        <p:nvPicPr>
          <p:cNvPr id="7" name="Picture 6" descr="fig1.png">
            <a:extLst>
              <a:ext uri="{FF2B5EF4-FFF2-40B4-BE49-F238E27FC236}">
                <a16:creationId xmlns:a16="http://schemas.microsoft.com/office/drawing/2014/main" id="{A08EF847-5992-75DA-B9B5-4DCCCE50A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7" y="3227290"/>
            <a:ext cx="12049745" cy="35261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33C3111-D6F2-19B6-3D25-A0F22CC8F255}"/>
              </a:ext>
            </a:extLst>
          </p:cNvPr>
          <p:cNvSpPr txBox="1"/>
          <p:nvPr/>
        </p:nvSpPr>
        <p:spPr>
          <a:xfrm>
            <a:off x="440036" y="1379011"/>
            <a:ext cx="596076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500" dirty="0">
                <a:solidFill>
                  <a:srgbClr val="2C3E50"/>
                </a:solidFill>
                <a:latin typeface="Calibri"/>
              </a:rPr>
              <a:t>◆  Tenure: New customers (&lt;12 months) highest churn risk — focus retention on year 1.</a:t>
            </a:r>
          </a:p>
          <a:p>
            <a:pPr algn="l">
              <a:spcBef>
                <a:spcPts val="300"/>
              </a:spcBef>
            </a:pPr>
            <a:r>
              <a:rPr sz="1500" dirty="0">
                <a:solidFill>
                  <a:srgbClr val="2C3E50"/>
                </a:solidFill>
                <a:latin typeface="Calibri"/>
              </a:rPr>
              <a:t>◆  </a:t>
            </a:r>
            <a:r>
              <a:rPr sz="1500" dirty="0" err="1">
                <a:solidFill>
                  <a:srgbClr val="2C3E50"/>
                </a:solidFill>
                <a:latin typeface="Calibri"/>
              </a:rPr>
              <a:t>MonthlyCharges</a:t>
            </a:r>
            <a:r>
              <a:rPr sz="1500" dirty="0">
                <a:solidFill>
                  <a:srgbClr val="2C3E50"/>
                </a:solidFill>
                <a:latin typeface="Calibri"/>
              </a:rPr>
              <a:t>: Churners pay ~$15–20/month more (pricing sensitivity).</a:t>
            </a:r>
          </a:p>
          <a:p>
            <a:pPr algn="l">
              <a:spcBef>
                <a:spcPts val="300"/>
              </a:spcBef>
            </a:pPr>
            <a:r>
              <a:rPr sz="1500" dirty="0">
                <a:solidFill>
                  <a:srgbClr val="2C3E50"/>
                </a:solidFill>
                <a:latin typeface="Calibri"/>
              </a:rPr>
              <a:t>◆  Contract type: Month-to-month churn ~42%; two-year contracts &lt;3%.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F0C387-48D3-8178-B6A0-A67BA4C3399F}"/>
              </a:ext>
            </a:extLst>
          </p:cNvPr>
          <p:cNvSpPr txBox="1"/>
          <p:nvPr/>
        </p:nvSpPr>
        <p:spPr>
          <a:xfrm>
            <a:off x="440036" y="1042416"/>
            <a:ext cx="4828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2980B9"/>
                </a:solidFill>
                <a:latin typeface="Calibri"/>
              </a:rPr>
              <a:t>EDA Insights</a:t>
            </a:r>
          </a:p>
        </p:txBody>
      </p:sp>
    </p:spTree>
    <p:extLst>
      <p:ext uri="{BB962C8B-B14F-4D97-AF65-F5344CB8AC3E}">
        <p14:creationId xmlns:p14="http://schemas.microsoft.com/office/powerpoint/2010/main" val="2051278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6873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 dirty="0">
                <a:solidFill>
                  <a:srgbClr val="FFFFFF"/>
                </a:solidFill>
                <a:latin typeface="Calibri"/>
              </a:rPr>
              <a:t>Leakage-Safe Pipeline Architecture </a:t>
            </a:r>
            <a:r>
              <a:rPr lang="en-US" sz="2200" b="1" dirty="0">
                <a:solidFill>
                  <a:srgbClr val="FFFFFF"/>
                </a:solidFill>
              </a:rPr>
              <a:t>[Part A (§1)]</a:t>
            </a:r>
            <a:endParaRPr sz="2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  <a:latin typeface="Calibri"/>
              </a:rPr>
              <a:t>CRISP-DM: Data Preparation  |  All transforms encapsulated inside sklearn Pipeline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790EAE1-31D3-046E-7D3E-530FD66279A7}"/>
              </a:ext>
            </a:extLst>
          </p:cNvPr>
          <p:cNvGrpSpPr/>
          <p:nvPr/>
        </p:nvGrpSpPr>
        <p:grpSpPr>
          <a:xfrm>
            <a:off x="250118" y="1048392"/>
            <a:ext cx="3245276" cy="2011680"/>
            <a:chOff x="411480" y="1042416"/>
            <a:chExt cx="2560320" cy="2011680"/>
          </a:xfrm>
        </p:grpSpPr>
        <p:sp>
          <p:nvSpPr>
            <p:cNvPr id="5" name="Rectangle 4"/>
            <p:cNvSpPr/>
            <p:nvPr/>
          </p:nvSpPr>
          <p:spPr>
            <a:xfrm>
              <a:off x="411480" y="1042416"/>
              <a:ext cx="2560320" cy="347472"/>
            </a:xfrm>
            <a:prstGeom prst="rect">
              <a:avLst/>
            </a:prstGeom>
            <a:solidFill>
              <a:srgbClr val="2980B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84632" y="1097280"/>
              <a:ext cx="2468880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500" b="1" i="0">
                  <a:solidFill>
                    <a:srgbClr val="FFFFFF"/>
                  </a:solidFill>
                  <a:latin typeface="Calibri"/>
                </a:rPr>
                <a:t>BEFORE SPLIT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411480" y="1389888"/>
              <a:ext cx="2560320" cy="1664208"/>
            </a:xfrm>
            <a:prstGeom prst="rect">
              <a:avLst/>
            </a:prstGeom>
            <a:solidFill>
              <a:srgbClr val="EBF5F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84632" y="1481328"/>
              <a:ext cx="2450592" cy="13234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300"/>
                </a:spcBef>
              </a:pPr>
              <a:r>
                <a:rPr sz="1500" dirty="0">
                  <a:solidFill>
                    <a:srgbClr val="2C3E50"/>
                  </a:solidFill>
                  <a:latin typeface="Calibri"/>
                </a:rPr>
                <a:t>•  Coerce </a:t>
              </a:r>
              <a:r>
                <a:rPr sz="1500" dirty="0" err="1">
                  <a:solidFill>
                    <a:srgbClr val="2C3E50"/>
                  </a:solidFill>
                  <a:latin typeface="Calibri"/>
                </a:rPr>
                <a:t>TotalCharges</a:t>
              </a:r>
              <a:r>
                <a:rPr sz="1500" dirty="0">
                  <a:solidFill>
                    <a:srgbClr val="2C3E50"/>
                  </a:solidFill>
                  <a:latin typeface="Calibri"/>
                </a:rPr>
                <a:t> to numeric</a:t>
              </a:r>
            </a:p>
            <a:p>
              <a:pPr algn="l">
                <a:spcBef>
                  <a:spcPts val="300"/>
                </a:spcBef>
              </a:pPr>
              <a:r>
                <a:rPr sz="1500" dirty="0">
                  <a:solidFill>
                    <a:srgbClr val="2C3E50"/>
                  </a:solidFill>
                  <a:latin typeface="Calibri"/>
                </a:rPr>
                <a:t>•  Map target</a:t>
              </a:r>
              <a:r>
                <a:rPr lang="en-US" sz="1500" dirty="0">
                  <a:solidFill>
                    <a:srgbClr val="2C3E50"/>
                  </a:solidFill>
                  <a:latin typeface="Calibri"/>
                </a:rPr>
                <a:t> </a:t>
              </a:r>
              <a:r>
                <a:rPr lang="en-US" sz="1500" b="1" dirty="0">
                  <a:solidFill>
                    <a:srgbClr val="2C3E50"/>
                  </a:solidFill>
                  <a:latin typeface="Calibri"/>
                </a:rPr>
                <a:t>Churn</a:t>
              </a:r>
              <a:r>
                <a:rPr sz="1500" dirty="0">
                  <a:solidFill>
                    <a:srgbClr val="2C3E50"/>
                  </a:solidFill>
                  <a:latin typeface="Calibri"/>
                </a:rPr>
                <a:t>: Yes → 1, No → 0</a:t>
              </a:r>
            </a:p>
            <a:p>
              <a:pPr algn="l">
                <a:spcBef>
                  <a:spcPts val="300"/>
                </a:spcBef>
              </a:pPr>
              <a:r>
                <a:rPr sz="1500" dirty="0">
                  <a:solidFill>
                    <a:srgbClr val="2C3E50"/>
                  </a:solidFill>
                  <a:latin typeface="Calibri"/>
                </a:rPr>
                <a:t>•  Drop ID column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3617250" y="184708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2980B9"/>
                </a:solidFill>
                <a:latin typeface="Calibri"/>
              </a:rPr>
              <a:t>→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0ACB49D-414F-4B39-BCE7-99ADDE90FC27}"/>
              </a:ext>
            </a:extLst>
          </p:cNvPr>
          <p:cNvGrpSpPr/>
          <p:nvPr/>
        </p:nvGrpSpPr>
        <p:grpSpPr>
          <a:xfrm>
            <a:off x="4190100" y="1042416"/>
            <a:ext cx="2258508" cy="2011680"/>
            <a:chOff x="3383280" y="1042416"/>
            <a:chExt cx="2258508" cy="2011680"/>
          </a:xfrm>
        </p:grpSpPr>
        <p:sp>
          <p:nvSpPr>
            <p:cNvPr id="10" name="Rectangle 9"/>
            <p:cNvSpPr/>
            <p:nvPr/>
          </p:nvSpPr>
          <p:spPr>
            <a:xfrm>
              <a:off x="3383280" y="1042416"/>
              <a:ext cx="2185356" cy="347472"/>
            </a:xfrm>
            <a:prstGeom prst="rect">
              <a:avLst/>
            </a:prstGeom>
            <a:solidFill>
              <a:srgbClr val="2980B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436710" y="1047738"/>
              <a:ext cx="2112204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500" b="1" i="0" dirty="0">
                  <a:solidFill>
                    <a:srgbClr val="FFFFFF"/>
                  </a:solidFill>
                  <a:latin typeface="Calibri"/>
                </a:rPr>
                <a:t>80 / 20 SPLIT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383280" y="1389888"/>
              <a:ext cx="2185356" cy="1664208"/>
            </a:xfrm>
            <a:prstGeom prst="rect">
              <a:avLst/>
            </a:prstGeom>
            <a:solidFill>
              <a:srgbClr val="EBF5F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456432" y="1481328"/>
              <a:ext cx="2185356" cy="86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300"/>
                </a:spcBef>
              </a:pPr>
              <a:r>
                <a:rPr sz="1500" dirty="0">
                  <a:solidFill>
                    <a:srgbClr val="2C3E50"/>
                  </a:solidFill>
                  <a:latin typeface="Calibri"/>
                </a:rPr>
                <a:t>•  Stratified by Churn</a:t>
              </a:r>
            </a:p>
            <a:p>
              <a:pPr algn="l">
                <a:spcBef>
                  <a:spcPts val="300"/>
                </a:spcBef>
              </a:pPr>
              <a:r>
                <a:rPr sz="1500" dirty="0">
                  <a:solidFill>
                    <a:srgbClr val="2C3E50"/>
                  </a:solidFill>
                  <a:latin typeface="Calibri"/>
                </a:rPr>
                <a:t>•  Seed = 42</a:t>
              </a:r>
            </a:p>
            <a:p>
              <a:pPr algn="l">
                <a:spcBef>
                  <a:spcPts val="300"/>
                </a:spcBef>
              </a:pPr>
              <a:r>
                <a:rPr sz="1500" dirty="0">
                  <a:solidFill>
                    <a:srgbClr val="2C3E50"/>
                  </a:solidFill>
                  <a:latin typeface="Calibri"/>
                </a:rPr>
                <a:t>•  Test set locked until §4</a:t>
              </a: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6393022" y="184708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2980B9"/>
                </a:solidFill>
                <a:latin typeface="Calibri"/>
              </a:rPr>
              <a:t>→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24EDCB8-A4D0-A34B-DA7F-62F3DE2948C4}"/>
              </a:ext>
            </a:extLst>
          </p:cNvPr>
          <p:cNvGrpSpPr/>
          <p:nvPr/>
        </p:nvGrpSpPr>
        <p:grpSpPr>
          <a:xfrm>
            <a:off x="6890512" y="1042416"/>
            <a:ext cx="4889703" cy="2011680"/>
            <a:chOff x="6890512" y="1042416"/>
            <a:chExt cx="4889703" cy="2011680"/>
          </a:xfrm>
        </p:grpSpPr>
        <p:sp>
          <p:nvSpPr>
            <p:cNvPr id="15" name="Rectangle 14"/>
            <p:cNvSpPr/>
            <p:nvPr/>
          </p:nvSpPr>
          <p:spPr>
            <a:xfrm>
              <a:off x="6890512" y="1042416"/>
              <a:ext cx="4889703" cy="347472"/>
            </a:xfrm>
            <a:prstGeom prst="rect">
              <a:avLst/>
            </a:prstGeom>
            <a:solidFill>
              <a:srgbClr val="1A567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890512" y="1097280"/>
              <a:ext cx="4871415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500" b="1" i="0" dirty="0">
                  <a:solidFill>
                    <a:srgbClr val="FFFFFF"/>
                  </a:solidFill>
                  <a:latin typeface="Calibri"/>
                </a:rPr>
                <a:t>INSIDE PIPELINE  (per CV fold)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908800" y="1389888"/>
              <a:ext cx="4871415" cy="1664208"/>
            </a:xfrm>
            <a:prstGeom prst="rect">
              <a:avLst/>
            </a:prstGeom>
            <a:solidFill>
              <a:srgbClr val="EBF5F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908800" y="1481328"/>
              <a:ext cx="4834839" cy="11310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300"/>
                </a:spcBef>
              </a:pPr>
              <a:r>
                <a:rPr sz="1500" dirty="0">
                  <a:solidFill>
                    <a:srgbClr val="2C3E50"/>
                  </a:solidFill>
                  <a:latin typeface="Calibri"/>
                </a:rPr>
                <a:t>  Numeric  →  </a:t>
              </a:r>
              <a:r>
                <a:rPr sz="1500" dirty="0" err="1">
                  <a:solidFill>
                    <a:srgbClr val="2C3E50"/>
                  </a:solidFill>
                  <a:latin typeface="Calibri"/>
                </a:rPr>
                <a:t>StandardScaler</a:t>
              </a:r>
              <a:endParaRPr sz="1500" dirty="0">
                <a:solidFill>
                  <a:srgbClr val="2C3E50"/>
                </a:solidFill>
                <a:latin typeface="Calibri"/>
              </a:endParaRPr>
            </a:p>
            <a:p>
              <a:pPr algn="l">
                <a:spcBef>
                  <a:spcPts val="300"/>
                </a:spcBef>
              </a:pPr>
              <a:r>
                <a:rPr sz="1500" dirty="0">
                  <a:solidFill>
                    <a:srgbClr val="2C3E50"/>
                  </a:solidFill>
                  <a:latin typeface="Calibri"/>
                </a:rPr>
                <a:t>  Categorical  →  </a:t>
              </a:r>
              <a:r>
                <a:rPr sz="1500" dirty="0" err="1">
                  <a:solidFill>
                    <a:srgbClr val="2C3E50"/>
                  </a:solidFill>
                  <a:latin typeface="Calibri"/>
                </a:rPr>
                <a:t>OneHotEncoder</a:t>
              </a:r>
              <a:r>
                <a:rPr sz="1500" dirty="0">
                  <a:solidFill>
                    <a:srgbClr val="2C3E50"/>
                  </a:solidFill>
                  <a:latin typeface="Calibri"/>
                </a:rPr>
                <a:t>  →  χ² top-50%</a:t>
              </a:r>
            </a:p>
            <a:p>
              <a:pPr algn="l">
                <a:spcBef>
                  <a:spcPts val="300"/>
                </a:spcBef>
              </a:pPr>
              <a:r>
                <a:rPr sz="1500" dirty="0">
                  <a:solidFill>
                    <a:srgbClr val="2C3E50"/>
                  </a:solidFill>
                  <a:latin typeface="Calibri"/>
                </a:rPr>
                <a:t>  ↓  SMOTE  (training fold only)</a:t>
              </a:r>
            </a:p>
            <a:p>
              <a:pPr algn="l">
                <a:spcBef>
                  <a:spcPts val="300"/>
                </a:spcBef>
              </a:pPr>
              <a:r>
                <a:rPr sz="1500" dirty="0">
                  <a:solidFill>
                    <a:srgbClr val="2C3E50"/>
                  </a:solidFill>
                  <a:latin typeface="Calibri"/>
                </a:rPr>
                <a:t>  ↓  </a:t>
              </a:r>
              <a:r>
                <a:rPr sz="1500" dirty="0" err="1">
                  <a:solidFill>
                    <a:srgbClr val="2C3E50"/>
                  </a:solidFill>
                  <a:latin typeface="Calibri"/>
                </a:rPr>
                <a:t>XGBoost</a:t>
              </a:r>
              <a:r>
                <a:rPr sz="1500" dirty="0">
                  <a:solidFill>
                    <a:srgbClr val="2C3E50"/>
                  </a:solidFill>
                  <a:latin typeface="Calibri"/>
                </a:rPr>
                <a:t> champion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166446" y="3282696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2980B9"/>
                </a:solidFill>
                <a:latin typeface="Calibri"/>
              </a:rPr>
              <a:t>Design Decisions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46" y="3630168"/>
            <a:ext cx="11786495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en-SG" sz="1500" dirty="0">
                <a:solidFill>
                  <a:srgbClr val="2C3E50"/>
                </a:solidFill>
              </a:rPr>
              <a:t>◆  Explicitly converting string labels for target </a:t>
            </a:r>
            <a:r>
              <a:rPr lang="en-SG" sz="1500" b="1" dirty="0">
                <a:solidFill>
                  <a:srgbClr val="2C3E50"/>
                </a:solidFill>
              </a:rPr>
              <a:t>Churn</a:t>
            </a:r>
            <a:r>
              <a:rPr lang="en-SG" sz="1500" dirty="0">
                <a:solidFill>
                  <a:srgbClr val="2C3E50"/>
                </a:solidFill>
              </a:rPr>
              <a:t> to define the positive and negative classes.</a:t>
            </a:r>
            <a:r>
              <a:rPr lang="en-US" sz="1500" dirty="0">
                <a:solidFill>
                  <a:srgbClr val="2C3E50"/>
                </a:solidFill>
                <a:latin typeface="Calibri"/>
              </a:rPr>
              <a:t> </a:t>
            </a:r>
          </a:p>
          <a:p>
            <a:pPr>
              <a:spcBef>
                <a:spcPts val="300"/>
              </a:spcBef>
            </a:pPr>
            <a:r>
              <a:rPr lang="en-US" sz="1500" dirty="0">
                <a:solidFill>
                  <a:srgbClr val="2C3E50"/>
                </a:solidFill>
                <a:latin typeface="Calibri"/>
              </a:rPr>
              <a:t>◆  Feature Scaling for Numeric features using </a:t>
            </a:r>
            <a:r>
              <a:rPr lang="en-US" sz="1500" dirty="0" err="1">
                <a:solidFill>
                  <a:srgbClr val="2C3E50"/>
                </a:solidFill>
                <a:latin typeface="Calibri"/>
              </a:rPr>
              <a:t>StandardScaler</a:t>
            </a:r>
            <a:r>
              <a:rPr lang="en-US" sz="1500" dirty="0">
                <a:solidFill>
                  <a:srgbClr val="2C3E50"/>
                </a:solidFill>
                <a:latin typeface="Calibri"/>
              </a:rPr>
              <a:t> to ensure larger ranges (e.g. </a:t>
            </a:r>
            <a:r>
              <a:rPr lang="en-US" sz="1500" dirty="0" err="1">
                <a:solidFill>
                  <a:srgbClr val="2C3E50"/>
                </a:solidFill>
                <a:latin typeface="Calibri"/>
              </a:rPr>
              <a:t>TotalCharges</a:t>
            </a:r>
            <a:r>
              <a:rPr lang="en-US" sz="1500" dirty="0">
                <a:solidFill>
                  <a:srgbClr val="2C3E50"/>
                </a:solidFill>
                <a:latin typeface="Calibri"/>
              </a:rPr>
              <a:t>) do not dominate smaller ones (e.g. Tenure)</a:t>
            </a:r>
          </a:p>
          <a:p>
            <a:pPr>
              <a:spcBef>
                <a:spcPts val="300"/>
              </a:spcBef>
            </a:pPr>
            <a:r>
              <a:rPr lang="en-US" sz="1500" dirty="0">
                <a:solidFill>
                  <a:srgbClr val="2C3E50"/>
                </a:solidFill>
              </a:rPr>
              <a:t>◆  Dimensionality reduction using chi-</a:t>
            </a:r>
            <a:r>
              <a:rPr lang="en-US" sz="1500" dirty="0" err="1">
                <a:solidFill>
                  <a:srgbClr val="2C3E50"/>
                </a:solidFill>
              </a:rPr>
              <a:t>squard</a:t>
            </a:r>
            <a:r>
              <a:rPr lang="en-US" sz="1500" dirty="0">
                <a:solidFill>
                  <a:srgbClr val="2C3E50"/>
                </a:solidFill>
              </a:rPr>
              <a:t> (χ²) feature selection to keep the top-50% of encoded categories most associated with churn.</a:t>
            </a:r>
          </a:p>
          <a:p>
            <a:pPr>
              <a:spcBef>
                <a:spcPts val="300"/>
              </a:spcBef>
            </a:pPr>
            <a:r>
              <a:rPr lang="en-US" sz="1500" dirty="0">
                <a:solidFill>
                  <a:srgbClr val="2C3E50"/>
                </a:solidFill>
              </a:rPr>
              <a:t>◆  Handle imbalanced classes using SMOTE which runs inside the pipeline — oversampling touches training folds only, never validation/test.</a:t>
            </a:r>
            <a:endParaRPr lang="en-US" sz="1500" dirty="0">
              <a:solidFill>
                <a:srgbClr val="2C3E50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lang="en-US" sz="1500" dirty="0">
                <a:solidFill>
                  <a:srgbClr val="2C3E50"/>
                </a:solidFill>
                <a:latin typeface="Calibri"/>
              </a:rPr>
              <a:t>◆  Using Pipeline ensures that every transform is fit on the training fold only — the test set is untouched until §4.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79" y="91440"/>
            <a:ext cx="1136873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200" b="1" i="0" dirty="0">
                <a:solidFill>
                  <a:srgbClr val="FFFFFF"/>
                </a:solidFill>
                <a:latin typeface="Calibri"/>
              </a:rPr>
              <a:t>Champion Model </a:t>
            </a:r>
            <a:r>
              <a:rPr lang="fr-FR" sz="2200" b="1" i="0" dirty="0" err="1">
                <a:solidFill>
                  <a:srgbClr val="FFFFFF"/>
                </a:solidFill>
                <a:latin typeface="Calibri"/>
              </a:rPr>
              <a:t>Selectio</a:t>
            </a:r>
            <a:r>
              <a:rPr lang="fr-FR" sz="2200" b="1" dirty="0" err="1">
                <a:solidFill>
                  <a:srgbClr val="FFFFFF"/>
                </a:solidFill>
              </a:rPr>
              <a:t>n</a:t>
            </a:r>
            <a:r>
              <a:rPr lang="fr-FR" sz="2200" b="1" dirty="0">
                <a:solidFill>
                  <a:srgbClr val="FFFFFF"/>
                </a:solidFill>
              </a:rPr>
              <a:t> [Part B (§2)]</a:t>
            </a:r>
            <a:endParaRPr lang="fr-FR" sz="2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  <a:latin typeface="Calibri"/>
              </a:rPr>
              <a:t>5-fold stratified CV at representative defaults  |  ROC-AUC primary, Recall secondary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7375575"/>
              </p:ext>
            </p:extLst>
          </p:nvPr>
        </p:nvGraphicFramePr>
        <p:xfrm>
          <a:off x="411479" y="1042416"/>
          <a:ext cx="1108725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8808">
                  <a:extLst>
                    <a:ext uri="{9D8B030D-6E8A-4147-A177-3AD203B41FA5}">
                      <a16:colId xmlns:a16="http://schemas.microsoft.com/office/drawing/2014/main" val="839217196"/>
                    </a:ext>
                  </a:extLst>
                </a:gridCol>
                <a:gridCol w="18490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0359">
                  <a:extLst>
                    <a:ext uri="{9D8B030D-6E8A-4147-A177-3AD203B41FA5}">
                      <a16:colId xmlns:a16="http://schemas.microsoft.com/office/drawing/2014/main" val="2756449699"/>
                    </a:ext>
                  </a:extLst>
                </a:gridCol>
                <a:gridCol w="1565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3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Family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Rationale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ROC-AUC (</a:t>
                      </a:r>
                      <a:r>
                        <a:rPr sz="15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mean±std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Recall (</a:t>
                      </a:r>
                      <a:r>
                        <a:rPr sz="15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mean±std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rgbClr val="2C3E50"/>
                          </a:solidFill>
                          <a:latin typeface="Calibri"/>
                        </a:rPr>
                        <a:t>Linear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rgbClr val="2C3E50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rgbClr val="2C3E50"/>
                          </a:solidFill>
                          <a:latin typeface="Calibri"/>
                        </a:rPr>
                        <a:t>Interpretable baseline; linear decision boundary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rgbClr val="2C3E50"/>
                          </a:solidFill>
                          <a:latin typeface="Calibri"/>
                        </a:rPr>
                        <a:t>0.9059±0.0011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rgbClr val="2C3E50"/>
                          </a:solidFill>
                          <a:latin typeface="Calibri"/>
                        </a:rPr>
                        <a:t>0.8808±0.0027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3E50"/>
                          </a:solidFill>
                          <a:latin typeface="Calibri"/>
                        </a:rPr>
                        <a:t>Bagging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rgbClr val="2C3E50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rgbClr val="2C3E50"/>
                          </a:solidFill>
                          <a:latin typeface="Calibri"/>
                        </a:rPr>
                        <a:t>Variance reduction; built-in feature importance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rgbClr val="2C3E50"/>
                          </a:solidFill>
                          <a:latin typeface="Calibri"/>
                        </a:rPr>
                        <a:t>0.8872±0.0013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rgbClr val="2C3E50"/>
                          </a:solidFill>
                          <a:latin typeface="Calibri"/>
                        </a:rPr>
                        <a:t>0.7072±0.0024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rgbClr val="2C3E50"/>
                          </a:solidFill>
                          <a:latin typeface="Calibri"/>
                        </a:rPr>
                        <a:t>Boosting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dirty="0" err="1">
                          <a:solidFill>
                            <a:srgbClr val="2C3E50"/>
                          </a:solidFill>
                          <a:latin typeface="Calibri"/>
                        </a:rPr>
                        <a:t>XGBoost</a:t>
                      </a:r>
                      <a:endParaRPr sz="1500" dirty="0">
                        <a:solidFill>
                          <a:srgbClr val="2C3E50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rgbClr val="2C3E50"/>
                          </a:solidFill>
                          <a:latin typeface="Calibri"/>
                        </a:rPr>
                        <a:t>Sequentially corrects errors; strong on tabular data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rgbClr val="00B050"/>
                          </a:solidFill>
                          <a:latin typeface="Calibri"/>
                        </a:rPr>
                        <a:t>0.913</a:t>
                      </a:r>
                      <a:r>
                        <a:rPr lang="en-US" sz="1500" dirty="0">
                          <a:solidFill>
                            <a:srgbClr val="00B050"/>
                          </a:solidFill>
                          <a:latin typeface="Calibri"/>
                        </a:rPr>
                        <a:t>4</a:t>
                      </a:r>
                      <a:r>
                        <a:rPr sz="1500" dirty="0">
                          <a:solidFill>
                            <a:srgbClr val="00B050"/>
                          </a:solidFill>
                          <a:latin typeface="Calibri"/>
                        </a:rPr>
                        <a:t>±0.0012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rgbClr val="00B050"/>
                          </a:solidFill>
                          <a:latin typeface="Calibri"/>
                        </a:rPr>
                        <a:t>0.8</a:t>
                      </a:r>
                      <a:r>
                        <a:rPr lang="en-US" sz="1500" dirty="0">
                          <a:solidFill>
                            <a:srgbClr val="00B050"/>
                          </a:solidFill>
                          <a:latin typeface="Calibri"/>
                        </a:rPr>
                        <a:t>534</a:t>
                      </a:r>
                      <a:r>
                        <a:rPr sz="1500" dirty="0">
                          <a:solidFill>
                            <a:srgbClr val="00B050"/>
                          </a:solidFill>
                          <a:latin typeface="Calibri"/>
                        </a:rPr>
                        <a:t>±0.0038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79" y="2654861"/>
            <a:ext cx="10435815" cy="5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500" dirty="0">
                <a:solidFill>
                  <a:srgbClr val="2C3E50"/>
                </a:solidFill>
                <a:latin typeface="Calibri"/>
              </a:rPr>
              <a:t>◆  </a:t>
            </a:r>
            <a:r>
              <a:rPr lang="en-US" sz="1500" b="1" dirty="0">
                <a:solidFill>
                  <a:srgbClr val="2C3E50"/>
                </a:solidFill>
                <a:latin typeface="Calibri"/>
              </a:rPr>
              <a:t>Primary Metric [</a:t>
            </a:r>
            <a:r>
              <a:rPr sz="1500" b="1" dirty="0">
                <a:solidFill>
                  <a:srgbClr val="2C3E50"/>
                </a:solidFill>
                <a:latin typeface="Calibri"/>
              </a:rPr>
              <a:t>ROC-AUC</a:t>
            </a:r>
            <a:r>
              <a:rPr lang="en-US" sz="1500" b="1" dirty="0">
                <a:solidFill>
                  <a:srgbClr val="2C3E50"/>
                </a:solidFill>
                <a:latin typeface="Calibri"/>
              </a:rPr>
              <a:t>]</a:t>
            </a:r>
            <a:r>
              <a:rPr sz="1500" dirty="0">
                <a:solidFill>
                  <a:srgbClr val="2C3E50"/>
                </a:solidFill>
                <a:latin typeface="Calibri"/>
              </a:rPr>
              <a:t>: threshold-independent ranking quality — fair comparison across all families.</a:t>
            </a:r>
          </a:p>
          <a:p>
            <a:pPr algn="l">
              <a:spcBef>
                <a:spcPts val="300"/>
              </a:spcBef>
            </a:pPr>
            <a:r>
              <a:rPr sz="1500" dirty="0">
                <a:solidFill>
                  <a:srgbClr val="2C3E50"/>
                </a:solidFill>
                <a:latin typeface="Calibri"/>
              </a:rPr>
              <a:t>◆  </a:t>
            </a:r>
            <a:r>
              <a:rPr lang="en-US" sz="1500" b="1" dirty="0">
                <a:solidFill>
                  <a:srgbClr val="2C3E50"/>
                </a:solidFill>
                <a:latin typeface="Calibri"/>
              </a:rPr>
              <a:t>Secondary Metric [</a:t>
            </a:r>
            <a:r>
              <a:rPr sz="1500" b="1" dirty="0">
                <a:solidFill>
                  <a:srgbClr val="2C3E50"/>
                </a:solidFill>
                <a:latin typeface="Calibri"/>
              </a:rPr>
              <a:t>Recall</a:t>
            </a:r>
            <a:r>
              <a:rPr lang="en-US" sz="1500" b="1" dirty="0">
                <a:solidFill>
                  <a:srgbClr val="2C3E50"/>
                </a:solidFill>
                <a:latin typeface="Calibri"/>
              </a:rPr>
              <a:t>]</a:t>
            </a:r>
            <a:r>
              <a:rPr sz="1500" dirty="0">
                <a:solidFill>
                  <a:srgbClr val="2C3E50"/>
                </a:solidFill>
                <a:latin typeface="Calibri"/>
              </a:rPr>
              <a:t>: tracks business cost of missed churners (F</a:t>
            </a:r>
            <a:r>
              <a:rPr lang="en-US" sz="1500" dirty="0">
                <a:solidFill>
                  <a:srgbClr val="2C3E50"/>
                </a:solidFill>
                <a:latin typeface="Calibri"/>
              </a:rPr>
              <a:t>alse </a:t>
            </a:r>
            <a:r>
              <a:rPr sz="1500" dirty="0">
                <a:solidFill>
                  <a:srgbClr val="2C3E50"/>
                </a:solidFill>
                <a:latin typeface="Calibri"/>
              </a:rPr>
              <a:t>N</a:t>
            </a:r>
            <a:r>
              <a:rPr lang="en-US" sz="1500" dirty="0">
                <a:solidFill>
                  <a:srgbClr val="2C3E50"/>
                </a:solidFill>
                <a:latin typeface="Calibri"/>
              </a:rPr>
              <a:t>egative</a:t>
            </a:r>
            <a:r>
              <a:rPr sz="1500" dirty="0">
                <a:solidFill>
                  <a:srgbClr val="2C3E50"/>
                </a:solidFill>
                <a:latin typeface="Calibri"/>
              </a:rPr>
              <a:t>). threshold is set in §4.</a:t>
            </a:r>
          </a:p>
        </p:txBody>
      </p:sp>
      <p:pic>
        <p:nvPicPr>
          <p:cNvPr id="11" name="Picture 10" descr="The image shows a comparison of the ROC-AUC and Recall metrics for different model families, with Random Forest achieving a ROC-AUC of 0.9 and a Recall of 0.7.&#10;&#10;AI-generated content may be incorrect.">
            <a:extLst>
              <a:ext uri="{FF2B5EF4-FFF2-40B4-BE49-F238E27FC236}">
                <a16:creationId xmlns:a16="http://schemas.microsoft.com/office/drawing/2014/main" id="{8DF1ADF9-7AF2-44C3-10CC-BD0A999654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6566" y="3244076"/>
            <a:ext cx="6600638" cy="36139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6873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 dirty="0">
                <a:solidFill>
                  <a:srgbClr val="FFFFFF"/>
                </a:solidFill>
                <a:latin typeface="Calibri"/>
              </a:rPr>
              <a:t>Champion Justification: </a:t>
            </a:r>
            <a:r>
              <a:rPr sz="2200" b="1" i="0" dirty="0" err="1">
                <a:solidFill>
                  <a:srgbClr val="FFFFFF"/>
                </a:solidFill>
                <a:latin typeface="Calibri"/>
              </a:rPr>
              <a:t>XGBoost</a:t>
            </a:r>
            <a:r>
              <a:rPr lang="en-US" sz="22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fr-FR" sz="2200" b="1" dirty="0">
                <a:solidFill>
                  <a:srgbClr val="FFFFFF"/>
                </a:solidFill>
              </a:rPr>
              <a:t>[Part B (§2)]</a:t>
            </a:r>
            <a:endParaRPr sz="2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  <a:latin typeface="Calibri"/>
              </a:rPr>
              <a:t>Selected by highest 5-fold CV ROC-AUC at default params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1" y="2871217"/>
            <a:ext cx="11087250" cy="714665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962657"/>
            <a:ext cx="11094415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 b="1" dirty="0">
                <a:solidFill>
                  <a:srgbClr val="2C3E50"/>
                </a:solidFill>
                <a:latin typeface="Calibri"/>
              </a:rPr>
              <a:t>Champion Model:  </a:t>
            </a:r>
            <a:r>
              <a:rPr sz="1500" b="1" dirty="0" err="1">
                <a:solidFill>
                  <a:srgbClr val="2C3E50"/>
                </a:solidFill>
                <a:latin typeface="Calibri"/>
              </a:rPr>
              <a:t>XGBoost</a:t>
            </a:r>
            <a:r>
              <a:rPr sz="1500" b="1" dirty="0">
                <a:solidFill>
                  <a:srgbClr val="2C3E50"/>
                </a:solidFill>
                <a:latin typeface="Calibri"/>
              </a:rPr>
              <a:t>  (Boosting family)</a:t>
            </a:r>
          </a:p>
          <a:p>
            <a:pPr fontAlgn="t"/>
            <a:r>
              <a:rPr sz="1500" b="0" dirty="0">
                <a:solidFill>
                  <a:srgbClr val="2C3E50"/>
                </a:solidFill>
                <a:latin typeface="Calibri"/>
              </a:rPr>
              <a:t>CV ROC-AUC: </a:t>
            </a:r>
            <a:r>
              <a:rPr lang="en-US" sz="1500" b="0" dirty="0">
                <a:solidFill>
                  <a:srgbClr val="2C3E50"/>
                </a:solidFill>
                <a:latin typeface="Calibri"/>
              </a:rPr>
              <a:t>	</a:t>
            </a:r>
            <a:r>
              <a:rPr lang="en-SG" sz="1600" dirty="0"/>
              <a:t>0.9134±0.0012</a:t>
            </a:r>
            <a:r>
              <a:rPr sz="1500" b="0" dirty="0">
                <a:solidFill>
                  <a:srgbClr val="2C3E50"/>
                </a:solidFill>
                <a:latin typeface="Calibri"/>
              </a:rPr>
              <a:t>      CV Recall:  0.8</a:t>
            </a:r>
            <a:r>
              <a:rPr lang="en-US" sz="1500" dirty="0">
                <a:solidFill>
                  <a:srgbClr val="2C3E50"/>
                </a:solidFill>
                <a:latin typeface="Calibri"/>
              </a:rPr>
              <a:t>534</a:t>
            </a:r>
            <a:r>
              <a:rPr sz="1500" b="0" dirty="0">
                <a:solidFill>
                  <a:srgbClr val="2C3E50"/>
                </a:solidFill>
                <a:latin typeface="Calibri"/>
              </a:rPr>
              <a:t>±0.003</a:t>
            </a:r>
            <a:r>
              <a:rPr lang="en-US" sz="1500" b="0" dirty="0">
                <a:solidFill>
                  <a:srgbClr val="2C3E50"/>
                </a:solidFill>
                <a:latin typeface="Calibri"/>
              </a:rPr>
              <a:t>8</a:t>
            </a:r>
            <a:endParaRPr lang="en-SG" dirty="0"/>
          </a:p>
        </p:txBody>
      </p:sp>
      <p:sp>
        <p:nvSpPr>
          <p:cNvPr id="7" name="TextBox 6"/>
          <p:cNvSpPr txBox="1"/>
          <p:nvPr/>
        </p:nvSpPr>
        <p:spPr>
          <a:xfrm>
            <a:off x="411480" y="3782632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2980B9"/>
                </a:solidFill>
                <a:latin typeface="Calibri"/>
              </a:rPr>
              <a:t>Why this champion?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1" y="4148392"/>
            <a:ext cx="11087250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500" dirty="0">
                <a:solidFill>
                  <a:srgbClr val="2C3E50"/>
                </a:solidFill>
                <a:latin typeface="Calibri"/>
              </a:rPr>
              <a:t>◆  </a:t>
            </a:r>
            <a:r>
              <a:rPr sz="1500" dirty="0" err="1">
                <a:solidFill>
                  <a:srgbClr val="2C3E50"/>
                </a:solidFill>
                <a:latin typeface="Calibri"/>
              </a:rPr>
              <a:t>XGBoost</a:t>
            </a:r>
            <a:r>
              <a:rPr sz="1500" dirty="0">
                <a:solidFill>
                  <a:srgbClr val="2C3E50"/>
                </a:solidFill>
                <a:latin typeface="Calibri"/>
              </a:rPr>
              <a:t> achieved the highest mean CV ROC-AUC across all 3 families.</a:t>
            </a:r>
          </a:p>
          <a:p>
            <a:pPr algn="l">
              <a:spcBef>
                <a:spcPts val="300"/>
              </a:spcBef>
            </a:pPr>
            <a:r>
              <a:rPr sz="1500" dirty="0">
                <a:solidFill>
                  <a:srgbClr val="2C3E50"/>
                </a:solidFill>
                <a:latin typeface="Calibri"/>
              </a:rPr>
              <a:t>◆  Low standard deviation across folds → consistent performance, low overfitting risk.</a:t>
            </a:r>
          </a:p>
          <a:p>
            <a:pPr algn="l">
              <a:spcBef>
                <a:spcPts val="300"/>
              </a:spcBef>
            </a:pPr>
            <a:r>
              <a:rPr sz="1500" dirty="0">
                <a:solidFill>
                  <a:srgbClr val="2C3E50"/>
                </a:solidFill>
                <a:latin typeface="Calibri"/>
              </a:rPr>
              <a:t>◆  ROC-AUC is threshold-independent — a fair selection criterion before §4 threshold shift.</a:t>
            </a:r>
          </a:p>
          <a:p>
            <a:pPr algn="l">
              <a:spcBef>
                <a:spcPts val="300"/>
              </a:spcBef>
            </a:pPr>
            <a:r>
              <a:rPr sz="1500" dirty="0">
                <a:solidFill>
                  <a:srgbClr val="2C3E50"/>
                </a:solidFill>
                <a:latin typeface="Calibri"/>
              </a:rPr>
              <a:t>◆  Boosting family: sequentially corrects errors — strongest on tabular, imbalanced data.</a:t>
            </a:r>
          </a:p>
          <a:p>
            <a:pPr algn="l">
              <a:spcBef>
                <a:spcPts val="300"/>
              </a:spcBef>
            </a:pPr>
            <a:r>
              <a:rPr sz="1500" dirty="0">
                <a:solidFill>
                  <a:srgbClr val="2C3E50"/>
                </a:solidFill>
                <a:latin typeface="Calibri"/>
              </a:rPr>
              <a:t>◆  Provides strong baseline for </a:t>
            </a:r>
            <a:r>
              <a:rPr sz="1500" dirty="0" err="1">
                <a:solidFill>
                  <a:srgbClr val="2C3E50"/>
                </a:solidFill>
                <a:latin typeface="Calibri"/>
              </a:rPr>
              <a:t>GridSearchCV</a:t>
            </a:r>
            <a:r>
              <a:rPr sz="1500" dirty="0">
                <a:solidFill>
                  <a:srgbClr val="2C3E50"/>
                </a:solidFill>
                <a:latin typeface="Calibri"/>
              </a:rPr>
              <a:t> tuning in §3 (champion-only grid search).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C8CB471-C53F-A96D-5849-B6BD89B124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0614408"/>
              </p:ext>
            </p:extLst>
          </p:nvPr>
        </p:nvGraphicFramePr>
        <p:xfrm>
          <a:off x="411480" y="997801"/>
          <a:ext cx="1108725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8808">
                  <a:extLst>
                    <a:ext uri="{9D8B030D-6E8A-4147-A177-3AD203B41FA5}">
                      <a16:colId xmlns:a16="http://schemas.microsoft.com/office/drawing/2014/main" val="839217196"/>
                    </a:ext>
                  </a:extLst>
                </a:gridCol>
                <a:gridCol w="18490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0359">
                  <a:extLst>
                    <a:ext uri="{9D8B030D-6E8A-4147-A177-3AD203B41FA5}">
                      <a16:colId xmlns:a16="http://schemas.microsoft.com/office/drawing/2014/main" val="2756449699"/>
                    </a:ext>
                  </a:extLst>
                </a:gridCol>
                <a:gridCol w="1565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3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Family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Rationale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ROC-AUC (</a:t>
                      </a:r>
                      <a:r>
                        <a:rPr sz="15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mean±std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Recall (</a:t>
                      </a:r>
                      <a:r>
                        <a:rPr sz="15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mean±std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rgbClr val="2C3E50"/>
                          </a:solidFill>
                          <a:latin typeface="Calibri"/>
                        </a:rPr>
                        <a:t>Linear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rgbClr val="2C3E50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rgbClr val="2C3E50"/>
                          </a:solidFill>
                          <a:latin typeface="Calibri"/>
                        </a:rPr>
                        <a:t>Interpretable baseline; linear decision boundary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3E50"/>
                          </a:solidFill>
                          <a:latin typeface="Calibri"/>
                        </a:rPr>
                        <a:t>0.9059±0.0011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3E50"/>
                          </a:solidFill>
                          <a:latin typeface="Calibri"/>
                        </a:rPr>
                        <a:t>0.8808±0.0027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3E50"/>
                          </a:solidFill>
                          <a:latin typeface="Calibri"/>
                        </a:rPr>
                        <a:t>Bagging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rgbClr val="2C3E50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rgbClr val="2C3E50"/>
                          </a:solidFill>
                          <a:latin typeface="Calibri"/>
                        </a:rPr>
                        <a:t>Variance reduction; built-in feature importance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3E50"/>
                          </a:solidFill>
                          <a:latin typeface="Calibri"/>
                        </a:rPr>
                        <a:t>0.8872±0.0013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3E50"/>
                          </a:solidFill>
                          <a:latin typeface="Calibri"/>
                        </a:rPr>
                        <a:t>0.7072±0.0024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rgbClr val="2C3E50"/>
                          </a:solidFill>
                          <a:latin typeface="Calibri"/>
                        </a:rPr>
                        <a:t>Boosting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dirty="0" err="1">
                          <a:solidFill>
                            <a:srgbClr val="2C3E50"/>
                          </a:solidFill>
                          <a:latin typeface="Calibri"/>
                        </a:rPr>
                        <a:t>XGBoost</a:t>
                      </a:r>
                      <a:endParaRPr sz="1500" dirty="0">
                        <a:solidFill>
                          <a:srgbClr val="2C3E50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rgbClr val="2C3E50"/>
                          </a:solidFill>
                          <a:latin typeface="Calibri"/>
                        </a:rPr>
                        <a:t>Sequentially corrects errors; strong on tabular data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rgbClr val="00B050"/>
                          </a:solidFill>
                          <a:latin typeface="Calibri"/>
                        </a:rPr>
                        <a:t>0.913</a:t>
                      </a:r>
                      <a:r>
                        <a:rPr lang="en-US" sz="1500" dirty="0">
                          <a:solidFill>
                            <a:srgbClr val="00B050"/>
                          </a:solidFill>
                          <a:latin typeface="Calibri"/>
                        </a:rPr>
                        <a:t>4</a:t>
                      </a:r>
                      <a:r>
                        <a:rPr sz="1500" dirty="0">
                          <a:solidFill>
                            <a:srgbClr val="00B050"/>
                          </a:solidFill>
                          <a:latin typeface="Calibri"/>
                        </a:rPr>
                        <a:t>±0.0012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rgbClr val="00B050"/>
                          </a:solidFill>
                          <a:latin typeface="Calibri"/>
                        </a:rPr>
                        <a:t>0.8</a:t>
                      </a:r>
                      <a:r>
                        <a:rPr lang="en-US" sz="1500" dirty="0">
                          <a:solidFill>
                            <a:srgbClr val="00B050"/>
                          </a:solidFill>
                          <a:latin typeface="Calibri"/>
                        </a:rPr>
                        <a:t>534</a:t>
                      </a:r>
                      <a:r>
                        <a:rPr sz="1500" dirty="0">
                          <a:solidFill>
                            <a:srgbClr val="00B050"/>
                          </a:solidFill>
                          <a:latin typeface="Calibri"/>
                        </a:rPr>
                        <a:t>±0.0038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6873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 dirty="0">
                <a:solidFill>
                  <a:srgbClr val="FFFFFF"/>
                </a:solidFill>
                <a:latin typeface="Calibri"/>
              </a:rPr>
              <a:t>Hyperparameter Tuning</a:t>
            </a:r>
            <a:r>
              <a:rPr lang="en-US" sz="2200" b="1" i="0" dirty="0">
                <a:solidFill>
                  <a:srgbClr val="FFFFFF"/>
                </a:solidFill>
                <a:latin typeface="Calibri"/>
              </a:rPr>
              <a:t> for Champion Model </a:t>
            </a:r>
            <a:r>
              <a:rPr lang="en-US" sz="2200" b="1" i="0" dirty="0" err="1">
                <a:solidFill>
                  <a:srgbClr val="FFFFFF"/>
                </a:solidFill>
                <a:latin typeface="Calibri"/>
              </a:rPr>
              <a:t>XGBoost</a:t>
            </a:r>
            <a:r>
              <a:rPr sz="22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2200" b="1" i="0" dirty="0">
                <a:solidFill>
                  <a:srgbClr val="FFFFFF"/>
                </a:solidFill>
                <a:latin typeface="Calibri"/>
              </a:rPr>
              <a:t>[</a:t>
            </a:r>
            <a:r>
              <a:rPr sz="2200" b="1" i="0" dirty="0">
                <a:solidFill>
                  <a:srgbClr val="FFFFFF"/>
                </a:solidFill>
                <a:latin typeface="Calibri"/>
              </a:rPr>
              <a:t>Part C</a:t>
            </a:r>
            <a:r>
              <a:rPr lang="en-US" sz="2200" b="1" dirty="0">
                <a:solidFill>
                  <a:srgbClr val="FFFFFF"/>
                </a:solidFill>
              </a:rPr>
              <a:t> (</a:t>
            </a:r>
            <a:r>
              <a:rPr lang="en-SG" sz="2200" b="1" dirty="0">
                <a:solidFill>
                  <a:srgbClr val="FFFFFF"/>
                </a:solidFill>
              </a:rPr>
              <a:t>§3</a:t>
            </a:r>
            <a:r>
              <a:rPr sz="2200" b="1" i="0" dirty="0">
                <a:solidFill>
                  <a:srgbClr val="FFFFFF"/>
                </a:solidFill>
                <a:latin typeface="Calibri"/>
              </a:rPr>
              <a:t>)</a:t>
            </a:r>
            <a:r>
              <a:rPr lang="en-US" sz="2200" b="1" i="0" dirty="0">
                <a:solidFill>
                  <a:srgbClr val="FFFFFF"/>
                </a:solidFill>
                <a:latin typeface="Calibri"/>
              </a:rPr>
              <a:t>]</a:t>
            </a:r>
            <a:endParaRPr sz="2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  <a:latin typeface="Calibri"/>
              </a:rPr>
              <a:t>GridSearchCV on champion only  |  ≤50 candidate-config cap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6156990"/>
              </p:ext>
            </p:extLst>
          </p:nvPr>
        </p:nvGraphicFramePr>
        <p:xfrm>
          <a:off x="411479" y="1042416"/>
          <a:ext cx="9058378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6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46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70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Choice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Rationale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rgbClr val="2C3E50"/>
                          </a:solidFill>
                          <a:latin typeface="Calibri"/>
                        </a:rPr>
                        <a:t>Search method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3E50"/>
                          </a:solidFill>
                          <a:latin typeface="Calibri"/>
                        </a:rPr>
                        <a:t>GridSearchCV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3E50"/>
                          </a:solidFill>
                          <a:latin typeface="Calibri"/>
                        </a:rPr>
                        <a:t>Exhaustive over small grids; reproducible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rgbClr val="2C3E50"/>
                          </a:solidFill>
                          <a:latin typeface="Calibri"/>
                        </a:rPr>
                        <a:t>Scope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3E50"/>
                          </a:solidFill>
                          <a:latin typeface="Calibri"/>
                        </a:rPr>
                        <a:t>Champion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rgbClr val="2C3E50"/>
                          </a:solidFill>
                          <a:latin typeface="Calibri"/>
                        </a:rPr>
                        <a:t>One champion declared in §2; tune alone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3E50"/>
                          </a:solidFill>
                          <a:latin typeface="Calibri"/>
                        </a:rPr>
                        <a:t>Iterations cap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500" dirty="0">
                          <a:solidFill>
                            <a:srgbClr val="2C3E50"/>
                          </a:solidFill>
                          <a:latin typeface="Calibri"/>
                        </a:rPr>
                        <a:t>≤50 candidate configs</a:t>
                      </a:r>
                      <a:endParaRPr sz="1500" dirty="0">
                        <a:solidFill>
                          <a:srgbClr val="2C3E50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rgbClr val="2C3E50"/>
                          </a:solidFill>
                          <a:latin typeface="Calibri"/>
                        </a:rPr>
                        <a:t>Champion grid </a:t>
                      </a:r>
                      <a:r>
                        <a:rPr lang="en-US" sz="1500" dirty="0">
                          <a:solidFill>
                            <a:srgbClr val="2C3E50"/>
                          </a:solidFill>
                          <a:latin typeface="Calibri"/>
                        </a:rPr>
                        <a:t>with 48</a:t>
                      </a:r>
                      <a:r>
                        <a:rPr sz="1500" dirty="0">
                          <a:solidFill>
                            <a:srgbClr val="2C3E50"/>
                          </a:solidFill>
                          <a:latin typeface="Calibri"/>
                        </a:rPr>
                        <a:t> configs (well within cap)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rgbClr val="2C3E50"/>
                          </a:solidFill>
                          <a:latin typeface="Calibri"/>
                        </a:rPr>
                        <a:t>CV folds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rgbClr val="2C3E50"/>
                          </a:solidFill>
                          <a:latin typeface="Calibri"/>
                        </a:rPr>
                        <a:t>5-fold stratified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rgbClr val="2C3E50"/>
                          </a:solidFill>
                          <a:latin typeface="Calibri"/>
                        </a:rPr>
                        <a:t>Validation repeats, not search iterations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rgbClr val="2C3E50"/>
                          </a:solidFill>
                          <a:latin typeface="Calibri"/>
                        </a:rPr>
                        <a:t>Tune dataset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3E50"/>
                          </a:solidFill>
                          <a:latin typeface="Calibri"/>
                        </a:rPr>
                        <a:t>100</a:t>
                      </a:r>
                      <a:r>
                        <a:rPr lang="en-US" sz="1500">
                          <a:solidFill>
                            <a:srgbClr val="2C3E50"/>
                          </a:solidFill>
                          <a:latin typeface="Calibri"/>
                        </a:rPr>
                        <a:t>,000</a:t>
                      </a:r>
                      <a:r>
                        <a:rPr sz="1500">
                          <a:solidFill>
                            <a:srgbClr val="2C3E50"/>
                          </a:solidFill>
                          <a:latin typeface="Calibri"/>
                        </a:rPr>
                        <a:t> subsample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rgbClr val="2C3E50"/>
                          </a:solidFill>
                          <a:latin typeface="Calibri"/>
                        </a:rPr>
                        <a:t>4–5× faster; refit on full 475</a:t>
                      </a:r>
                      <a:r>
                        <a:rPr lang="en-US" sz="1500" dirty="0">
                          <a:solidFill>
                            <a:srgbClr val="2C3E50"/>
                          </a:solidFill>
                          <a:latin typeface="Calibri"/>
                        </a:rPr>
                        <a:t>,000</a:t>
                      </a:r>
                      <a:r>
                        <a:rPr sz="1500" dirty="0">
                          <a:solidFill>
                            <a:srgbClr val="2C3E50"/>
                          </a:solidFill>
                          <a:latin typeface="Calibri"/>
                        </a:rPr>
                        <a:t> rows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rgbClr val="2C3E50"/>
                          </a:solidFill>
                          <a:latin typeface="Calibri"/>
                        </a:rPr>
                        <a:t>refit metric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3E50"/>
                          </a:solidFill>
                          <a:latin typeface="Calibri"/>
                        </a:rPr>
                        <a:t>roc_auc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rgbClr val="2C3E50"/>
                          </a:solidFill>
                          <a:latin typeface="Calibri"/>
                        </a:rPr>
                        <a:t>Threshold-independent; recall tuned in §4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47831" y="3689992"/>
            <a:ext cx="4099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2980B9"/>
                </a:solidFill>
                <a:latin typeface="Calibri"/>
              </a:rPr>
              <a:t>Tuning </a:t>
            </a:r>
            <a:r>
              <a:rPr lang="en-US" sz="1500" b="1" dirty="0">
                <a:solidFill>
                  <a:srgbClr val="2980B9"/>
                </a:solidFill>
                <a:latin typeface="Calibri"/>
              </a:rPr>
              <a:t>Parameters</a:t>
            </a:r>
            <a:endParaRPr sz="1500" b="1" i="0" dirty="0">
              <a:solidFill>
                <a:srgbClr val="2980B9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264533" y="4137648"/>
            <a:ext cx="5574851" cy="1669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 dirty="0">
                <a:solidFill>
                  <a:srgbClr val="2C3E50"/>
                </a:solidFill>
                <a:latin typeface="Calibri"/>
              </a:rPr>
              <a:t>Champion:     </a:t>
            </a:r>
            <a:r>
              <a:rPr sz="1500" dirty="0" err="1">
                <a:solidFill>
                  <a:srgbClr val="2C3E50"/>
                </a:solidFill>
                <a:latin typeface="Calibri"/>
              </a:rPr>
              <a:t>XGBoost</a:t>
            </a:r>
            <a:endParaRPr sz="1500" dirty="0">
              <a:solidFill>
                <a:srgbClr val="2C3E50"/>
              </a:solidFill>
              <a:latin typeface="Calibri"/>
            </a:endParaRPr>
          </a:p>
          <a:p>
            <a:pPr>
              <a:spcBef>
                <a:spcPts val="300"/>
              </a:spcBef>
            </a:pPr>
            <a:r>
              <a:rPr sz="1500" dirty="0">
                <a:solidFill>
                  <a:srgbClr val="2C3E50"/>
                </a:solidFill>
                <a:latin typeface="Calibri"/>
              </a:rPr>
              <a:t>Best params:  </a:t>
            </a:r>
            <a:r>
              <a:rPr sz="1500" dirty="0" err="1">
                <a:solidFill>
                  <a:srgbClr val="2C3E50"/>
                </a:solidFill>
                <a:latin typeface="Calibri"/>
              </a:rPr>
              <a:t>learning_rate</a:t>
            </a:r>
            <a:r>
              <a:rPr sz="1500" dirty="0">
                <a:solidFill>
                  <a:srgbClr val="2C3E50"/>
                </a:solidFill>
                <a:latin typeface="Calibri"/>
              </a:rPr>
              <a:t>=0.</a:t>
            </a:r>
            <a:r>
              <a:rPr lang="en-US" sz="1500" dirty="0">
                <a:solidFill>
                  <a:srgbClr val="2C3E50"/>
                </a:solidFill>
                <a:latin typeface="Calibri"/>
              </a:rPr>
              <a:t>1</a:t>
            </a:r>
            <a:r>
              <a:rPr sz="1500" dirty="0">
                <a:solidFill>
                  <a:srgbClr val="2C3E50"/>
                </a:solidFill>
                <a:latin typeface="Calibri"/>
              </a:rPr>
              <a:t>, </a:t>
            </a:r>
            <a:r>
              <a:rPr sz="1500" dirty="0" err="1">
                <a:solidFill>
                  <a:srgbClr val="2C3E50"/>
                </a:solidFill>
                <a:latin typeface="Calibri"/>
              </a:rPr>
              <a:t>max_depth</a:t>
            </a:r>
            <a:r>
              <a:rPr sz="1500" dirty="0">
                <a:solidFill>
                  <a:srgbClr val="2C3E50"/>
                </a:solidFill>
                <a:latin typeface="Calibri"/>
              </a:rPr>
              <a:t>=3, </a:t>
            </a:r>
            <a:r>
              <a:rPr sz="1500" dirty="0" err="1">
                <a:solidFill>
                  <a:srgbClr val="2C3E50"/>
                </a:solidFill>
                <a:latin typeface="Calibri"/>
              </a:rPr>
              <a:t>n_estimators</a:t>
            </a:r>
            <a:r>
              <a:rPr sz="1500" dirty="0">
                <a:solidFill>
                  <a:srgbClr val="2C3E50"/>
                </a:solidFill>
                <a:latin typeface="Calibri"/>
              </a:rPr>
              <a:t>=</a:t>
            </a:r>
            <a:r>
              <a:rPr lang="en-US" sz="1500" dirty="0">
                <a:solidFill>
                  <a:srgbClr val="2C3E50"/>
                </a:solidFill>
                <a:latin typeface="Calibri"/>
              </a:rPr>
              <a:t>3</a:t>
            </a:r>
            <a:r>
              <a:rPr sz="1500" dirty="0">
                <a:solidFill>
                  <a:srgbClr val="2C3E50"/>
                </a:solidFill>
                <a:latin typeface="Calibri"/>
              </a:rPr>
              <a:t>00</a:t>
            </a:r>
          </a:p>
          <a:p>
            <a:pPr>
              <a:spcBef>
                <a:spcPts val="300"/>
              </a:spcBef>
            </a:pPr>
            <a:r>
              <a:rPr sz="1500" dirty="0">
                <a:solidFill>
                  <a:srgbClr val="2C3E50"/>
                </a:solidFill>
                <a:latin typeface="Calibri"/>
              </a:rPr>
              <a:t>CV ROC-AUC:  0.910</a:t>
            </a:r>
            <a:r>
              <a:rPr lang="en-US" sz="1500" dirty="0">
                <a:solidFill>
                  <a:srgbClr val="2C3E50"/>
                </a:solidFill>
                <a:latin typeface="Calibri"/>
              </a:rPr>
              <a:t>9</a:t>
            </a:r>
            <a:r>
              <a:rPr sz="1500" dirty="0">
                <a:solidFill>
                  <a:srgbClr val="2C3E50"/>
                </a:solidFill>
                <a:latin typeface="Calibri"/>
              </a:rPr>
              <a:t>±0.001</a:t>
            </a:r>
            <a:r>
              <a:rPr lang="en-US" sz="1500" dirty="0">
                <a:solidFill>
                  <a:srgbClr val="2C3E50"/>
                </a:solidFill>
                <a:latin typeface="Calibri"/>
              </a:rPr>
              <a:t>1</a:t>
            </a:r>
            <a:endParaRPr sz="1500" dirty="0">
              <a:solidFill>
                <a:srgbClr val="2C3E50"/>
              </a:solidFill>
              <a:latin typeface="Calibri"/>
            </a:endParaRPr>
          </a:p>
          <a:p>
            <a:pPr>
              <a:spcBef>
                <a:spcPts val="300"/>
              </a:spcBef>
            </a:pPr>
            <a:r>
              <a:rPr sz="1500" dirty="0">
                <a:solidFill>
                  <a:srgbClr val="2C3E50"/>
                </a:solidFill>
                <a:latin typeface="Calibri"/>
              </a:rPr>
              <a:t>CV Recall:    0.8</a:t>
            </a:r>
            <a:r>
              <a:rPr lang="en-US" sz="1500" dirty="0">
                <a:solidFill>
                  <a:srgbClr val="2C3E50"/>
                </a:solidFill>
                <a:latin typeface="Calibri"/>
              </a:rPr>
              <a:t>535</a:t>
            </a:r>
            <a:r>
              <a:rPr sz="1500" dirty="0">
                <a:solidFill>
                  <a:srgbClr val="2C3E50"/>
                </a:solidFill>
                <a:latin typeface="Calibri"/>
              </a:rPr>
              <a:t>±0.00</a:t>
            </a:r>
            <a:r>
              <a:rPr lang="en-US" sz="1500" dirty="0">
                <a:solidFill>
                  <a:srgbClr val="2C3E50"/>
                </a:solidFill>
                <a:latin typeface="Calibri"/>
              </a:rPr>
              <a:t>19</a:t>
            </a:r>
            <a:endParaRPr sz="1500" dirty="0">
              <a:solidFill>
                <a:srgbClr val="2C3E50"/>
              </a:solidFill>
              <a:latin typeface="Calibri"/>
            </a:endParaRPr>
          </a:p>
          <a:p>
            <a:pPr>
              <a:spcBef>
                <a:spcPts val="300"/>
              </a:spcBef>
            </a:pPr>
            <a:endParaRPr sz="1500" dirty="0">
              <a:solidFill>
                <a:srgbClr val="2C3E50"/>
              </a:solidFill>
              <a:latin typeface="Calibri"/>
            </a:endParaRPr>
          </a:p>
          <a:p>
            <a:pPr>
              <a:spcBef>
                <a:spcPts val="300"/>
              </a:spcBef>
            </a:pPr>
            <a:r>
              <a:rPr sz="1500" dirty="0">
                <a:solidFill>
                  <a:srgbClr val="2C3E50"/>
                </a:solidFill>
                <a:latin typeface="Calibri"/>
              </a:rPr>
              <a:t>Refit best config on full 475</a:t>
            </a:r>
            <a:r>
              <a:rPr lang="en-US" sz="1500" dirty="0">
                <a:solidFill>
                  <a:srgbClr val="2C3E50"/>
                </a:solidFill>
                <a:latin typeface="Calibri"/>
              </a:rPr>
              <a:t>,000 </a:t>
            </a:r>
            <a:r>
              <a:rPr sz="1500" dirty="0">
                <a:solidFill>
                  <a:srgbClr val="2C3E50"/>
                </a:solidFill>
                <a:latin typeface="Calibri"/>
              </a:rPr>
              <a:t>row</a:t>
            </a:r>
            <a:r>
              <a:rPr lang="en-US" sz="1500" dirty="0">
                <a:solidFill>
                  <a:srgbClr val="2C3E50"/>
                </a:solidFill>
                <a:latin typeface="Calibri"/>
              </a:rPr>
              <a:t>s</a:t>
            </a:r>
            <a:r>
              <a:rPr sz="1500" dirty="0">
                <a:solidFill>
                  <a:srgbClr val="2C3E50"/>
                </a:solidFill>
                <a:latin typeface="Calibri"/>
              </a:rPr>
              <a:t> train set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BCC57F-BB37-9821-BA36-098CFF83EC87}"/>
              </a:ext>
            </a:extLst>
          </p:cNvPr>
          <p:cNvSpPr txBox="1"/>
          <p:nvPr/>
        </p:nvSpPr>
        <p:spPr>
          <a:xfrm>
            <a:off x="6264533" y="3744738"/>
            <a:ext cx="4099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2980B9"/>
                </a:solidFill>
                <a:latin typeface="Calibri"/>
              </a:rPr>
              <a:t>Tuning </a:t>
            </a:r>
            <a:r>
              <a:rPr lang="en-US" sz="1500" b="1" dirty="0">
                <a:solidFill>
                  <a:srgbClr val="2980B9"/>
                </a:solidFill>
                <a:latin typeface="Calibri"/>
              </a:rPr>
              <a:t>Outcome</a:t>
            </a:r>
            <a:endParaRPr sz="1500" b="1" i="0" dirty="0">
              <a:solidFill>
                <a:srgbClr val="2980B9"/>
              </a:solidFill>
              <a:latin typeface="Calibri"/>
            </a:endParaRPr>
          </a:p>
        </p:txBody>
      </p:sp>
      <p:pic>
        <p:nvPicPr>
          <p:cNvPr id="13" name="Picture 12" descr="The provided text appears to be a configuration or parameter set for an XGBoost machine learning model, specifying the maximum depth of trees, learning rates, and the number of estimators (trees) to be used.&#10;&#10;AI-generated content may be incorrect.">
            <a:extLst>
              <a:ext uri="{FF2B5EF4-FFF2-40B4-BE49-F238E27FC236}">
                <a16:creationId xmlns:a16="http://schemas.microsoft.com/office/drawing/2014/main" id="{2E367B37-26B7-AC5E-8DF6-1EF51CEE9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183530"/>
            <a:ext cx="5353921" cy="128494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6873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 dirty="0">
                <a:solidFill>
                  <a:srgbClr val="FFFFFF"/>
                </a:solidFill>
                <a:latin typeface="Calibri"/>
              </a:rPr>
              <a:t>Final Model Stability </a:t>
            </a:r>
            <a:r>
              <a:rPr lang="fr-FR" sz="2200" b="1" dirty="0">
                <a:solidFill>
                  <a:srgbClr val="FFFFFF"/>
                </a:solidFill>
              </a:rPr>
              <a:t>[Part B (§2)] </a:t>
            </a:r>
            <a:r>
              <a:rPr lang="en-SG" sz="2200" b="1" dirty="0">
                <a:solidFill>
                  <a:srgbClr val="FFFFFF"/>
                </a:solidFill>
              </a:rPr>
              <a:t>→</a:t>
            </a:r>
            <a:r>
              <a:rPr sz="22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2200" b="1" i="0" dirty="0">
                <a:solidFill>
                  <a:srgbClr val="FFFFFF"/>
                </a:solidFill>
                <a:latin typeface="Calibri"/>
              </a:rPr>
              <a:t>[</a:t>
            </a:r>
            <a:r>
              <a:rPr sz="2200" b="1" i="0" dirty="0">
                <a:solidFill>
                  <a:srgbClr val="FFFFFF"/>
                </a:solidFill>
                <a:latin typeface="Calibri"/>
              </a:rPr>
              <a:t>Part </a:t>
            </a:r>
            <a:r>
              <a:rPr lang="en-US" sz="2200" b="1" i="0" dirty="0">
                <a:solidFill>
                  <a:srgbClr val="FFFFFF"/>
                </a:solidFill>
                <a:latin typeface="Calibri"/>
              </a:rPr>
              <a:t>D (</a:t>
            </a:r>
            <a:r>
              <a:rPr lang="en-SG" sz="2200" b="1" dirty="0">
                <a:solidFill>
                  <a:srgbClr val="FFFFFF"/>
                </a:solidFill>
              </a:rPr>
              <a:t>§4</a:t>
            </a:r>
            <a:r>
              <a:rPr sz="2200" b="1" i="0" dirty="0">
                <a:solidFill>
                  <a:srgbClr val="FFFFFF"/>
                </a:solidFill>
                <a:latin typeface="Calibri"/>
              </a:rPr>
              <a:t>)</a:t>
            </a:r>
            <a:r>
              <a:rPr lang="en-US" sz="2200" b="1" i="0" dirty="0">
                <a:solidFill>
                  <a:srgbClr val="FFFFFF"/>
                </a:solidFill>
                <a:latin typeface="Calibri"/>
              </a:rPr>
              <a:t>]</a:t>
            </a:r>
            <a:endParaRPr sz="2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  <a:latin typeface="Calibri"/>
              </a:rPr>
              <a:t>CV cross-validated scores (train)  +  Hold-out evaluation (test, accessed once)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42416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2980B9"/>
                </a:solidFill>
                <a:latin typeface="Calibri"/>
              </a:rPr>
              <a:t>5-fold CV Scores</a:t>
            </a:r>
            <a:r>
              <a:rPr lang="en-US" sz="1600" b="1" i="0" dirty="0">
                <a:solidFill>
                  <a:srgbClr val="2980B9"/>
                </a:solidFill>
                <a:latin typeface="Calibri"/>
              </a:rPr>
              <a:t> for </a:t>
            </a:r>
            <a:r>
              <a:rPr lang="en-US" sz="1600" b="1" i="0" dirty="0" err="1">
                <a:solidFill>
                  <a:srgbClr val="2980B9"/>
                </a:solidFill>
                <a:latin typeface="Calibri"/>
              </a:rPr>
              <a:t>XGBoost</a:t>
            </a:r>
            <a:endParaRPr sz="1600" b="1" i="0" dirty="0">
              <a:solidFill>
                <a:srgbClr val="2980B9"/>
              </a:solidFill>
              <a:latin typeface="Calibri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171AAB1-3C27-2479-90BF-3D36DD83FA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4175386"/>
              </p:ext>
            </p:extLst>
          </p:nvPr>
        </p:nvGraphicFramePr>
        <p:xfrm>
          <a:off x="411479" y="1449739"/>
          <a:ext cx="10704755" cy="3094172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9552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9416">
                  <a:extLst>
                    <a:ext uri="{9D8B030D-6E8A-4147-A177-3AD203B41FA5}">
                      <a16:colId xmlns:a16="http://schemas.microsoft.com/office/drawing/2014/main" val="2901495923"/>
                    </a:ext>
                  </a:extLst>
                </a:gridCol>
                <a:gridCol w="2378936">
                  <a:extLst>
                    <a:ext uri="{9D8B030D-6E8A-4147-A177-3AD203B41FA5}">
                      <a16:colId xmlns:a16="http://schemas.microsoft.com/office/drawing/2014/main" val="2912156226"/>
                    </a:ext>
                  </a:extLst>
                </a:gridCol>
              </a:tblGrid>
              <a:tr h="775444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Model Test</a:t>
                      </a:r>
                      <a:endParaRPr sz="15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FFFFFF"/>
                          </a:solidFill>
                        </a:rPr>
                        <a:t>ROC-AUC</a:t>
                      </a:r>
                      <a:endParaRPr sz="15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500" b="1">
                          <a:solidFill>
                            <a:srgbClr val="FFFFFF"/>
                          </a:solidFill>
                        </a:rPr>
                        <a:t>Recall</a:t>
                      </a:r>
                      <a:endParaRPr sz="15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Dataset Size</a:t>
                      </a:r>
                      <a:endParaRPr sz="15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25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2C3E50"/>
                          </a:solidFill>
                        </a:rPr>
                        <a:t>Before Tuning</a:t>
                      </a:r>
                      <a:endParaRPr sz="1500" dirty="0">
                        <a:solidFill>
                          <a:srgbClr val="2C3E50"/>
                        </a:solidFill>
                        <a:latin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chemeClr val="tx1"/>
                          </a:solidFill>
                        </a:rPr>
                        <a:t>0.913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sz="1500" dirty="0">
                          <a:solidFill>
                            <a:schemeClr val="tx1"/>
                          </a:solidFill>
                        </a:rPr>
                        <a:t>±0.0012</a:t>
                      </a:r>
                      <a:endParaRPr sz="1500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500">
                          <a:solidFill>
                            <a:schemeClr val="tx1"/>
                          </a:solidFill>
                        </a:rPr>
                        <a:t>0.8534±0.0038</a:t>
                      </a:r>
                      <a:endParaRPr sz="1500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475,000</a:t>
                      </a:r>
                      <a:endParaRPr sz="1500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165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2C3E50"/>
                          </a:solidFill>
                        </a:rPr>
                        <a:t>Before Tuning</a:t>
                      </a:r>
                      <a:endParaRPr sz="1500" dirty="0">
                        <a:solidFill>
                          <a:srgbClr val="2C3E50"/>
                        </a:solidFill>
                        <a:latin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chemeClr val="accent2"/>
                          </a:solidFill>
                        </a:rPr>
                        <a:t>0.9</a:t>
                      </a:r>
                      <a:r>
                        <a:rPr lang="en-US" sz="1500" dirty="0">
                          <a:solidFill>
                            <a:schemeClr val="accent2"/>
                          </a:solidFill>
                        </a:rPr>
                        <a:t>078</a:t>
                      </a:r>
                      <a:r>
                        <a:rPr sz="1500" dirty="0">
                          <a:solidFill>
                            <a:schemeClr val="accent2"/>
                          </a:solidFill>
                        </a:rPr>
                        <a:t>±0.00</a:t>
                      </a:r>
                      <a:r>
                        <a:rPr lang="en-US" sz="1500" dirty="0">
                          <a:solidFill>
                            <a:schemeClr val="accent2"/>
                          </a:solidFill>
                        </a:rPr>
                        <a:t>08</a:t>
                      </a:r>
                      <a:endParaRPr sz="1500" dirty="0">
                        <a:solidFill>
                          <a:schemeClr val="accent2"/>
                        </a:solidFill>
                        <a:latin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500" dirty="0">
                          <a:solidFill>
                            <a:schemeClr val="accent2"/>
                          </a:solidFill>
                        </a:rPr>
                        <a:t>0.8236±0.0053</a:t>
                      </a:r>
                      <a:endParaRPr sz="1500" dirty="0">
                        <a:solidFill>
                          <a:schemeClr val="accent2"/>
                        </a:solidFill>
                        <a:latin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accent2"/>
                          </a:solidFill>
                        </a:rPr>
                        <a:t>100,000</a:t>
                      </a:r>
                      <a:endParaRPr sz="1500" dirty="0">
                        <a:solidFill>
                          <a:schemeClr val="accent2"/>
                        </a:solidFill>
                        <a:latin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28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kern="1200" dirty="0">
                          <a:solidFill>
                            <a:srgbClr val="2C3E50"/>
                          </a:solidFill>
                        </a:rPr>
                        <a:t>After Tuning</a:t>
                      </a:r>
                      <a:endParaRPr lang="en-US" sz="1500" kern="1200" dirty="0">
                        <a:solidFill>
                          <a:srgbClr val="2C3E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500" kern="1200" dirty="0">
                          <a:solidFill>
                            <a:srgbClr val="2C3E50"/>
                          </a:solidFill>
                          <a:latin typeface="Calibri"/>
                          <a:ea typeface="+mn-ea"/>
                          <a:cs typeface="+mn-cs"/>
                        </a:rPr>
                        <a:t>Unable to converge due to huge dataset (475,000 rows) with </a:t>
                      </a:r>
                      <a:r>
                        <a:rPr lang="en-US" sz="1500" kern="1200" dirty="0" err="1">
                          <a:solidFill>
                            <a:srgbClr val="2C3E50"/>
                          </a:solidFill>
                          <a:latin typeface="Calibri"/>
                          <a:ea typeface="+mn-ea"/>
                          <a:cs typeface="+mn-cs"/>
                        </a:rPr>
                        <a:t>GridSearchCV</a:t>
                      </a:r>
                      <a:r>
                        <a:rPr lang="en-US" sz="1500" kern="1200" dirty="0">
                          <a:solidFill>
                            <a:srgbClr val="2C3E50"/>
                          </a:solidFill>
                          <a:latin typeface="Calibri"/>
                          <a:ea typeface="+mn-ea"/>
                          <a:cs typeface="+mn-cs"/>
                        </a:rPr>
                        <a:t> (48 candidate configs)</a:t>
                      </a:r>
                    </a:p>
                    <a:p>
                      <a:pPr marL="0" algn="ctr" defTabSz="457200" rtl="0" eaLnBrk="1" latinLnBrk="0" hangingPunct="1"/>
                      <a:endParaRPr lang="en-US" sz="1500" kern="1200" dirty="0">
                        <a:solidFill>
                          <a:srgbClr val="2C3E50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  <a:p>
                      <a:pPr marL="0" algn="ctr" defTabSz="457200" rtl="0" eaLnBrk="1" latinLnBrk="0" hangingPunct="1"/>
                      <a:r>
                        <a:rPr lang="en-US" sz="1500" kern="1200" dirty="0">
                          <a:solidFill>
                            <a:srgbClr val="2C3E50"/>
                          </a:solidFill>
                          <a:latin typeface="Calibri"/>
                          <a:ea typeface="+mn-ea"/>
                          <a:cs typeface="+mn-cs"/>
                        </a:rPr>
                        <a:t>48 candidate configs X 5-fold CV = 240 fits</a:t>
                      </a:r>
                      <a:endParaRPr sz="1500" kern="1200" dirty="0">
                        <a:solidFill>
                          <a:srgbClr val="2C3E50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500" kern="1200" dirty="0">
                          <a:solidFill>
                            <a:srgbClr val="2C3E50"/>
                          </a:solidFill>
                          <a:latin typeface="Calibri"/>
                          <a:ea typeface="+mn-ea"/>
                          <a:cs typeface="+mn-cs"/>
                        </a:rPr>
                        <a:t>475,000</a:t>
                      </a:r>
                      <a:endParaRPr sz="1500" kern="1200" dirty="0">
                        <a:solidFill>
                          <a:srgbClr val="2C3E50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6376219"/>
                  </a:ext>
                </a:extLst>
              </a:tr>
              <a:tr h="388471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500" kern="1200" dirty="0">
                          <a:solidFill>
                            <a:srgbClr val="2C3E50"/>
                          </a:solidFill>
                        </a:rPr>
                        <a:t>After Tuning</a:t>
                      </a:r>
                      <a:endParaRPr sz="1500" kern="1200" dirty="0">
                        <a:solidFill>
                          <a:srgbClr val="2C3E50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sz="1500" kern="1200" dirty="0">
                          <a:solidFill>
                            <a:srgbClr val="00B050"/>
                          </a:solidFill>
                        </a:rPr>
                        <a:t>0.9</a:t>
                      </a:r>
                      <a:r>
                        <a:rPr lang="en-US" sz="1500" kern="1200" dirty="0">
                          <a:solidFill>
                            <a:srgbClr val="00B050"/>
                          </a:solidFill>
                        </a:rPr>
                        <a:t>109</a:t>
                      </a:r>
                      <a:r>
                        <a:rPr sz="1500" kern="1200" dirty="0">
                          <a:solidFill>
                            <a:srgbClr val="00B050"/>
                          </a:solidFill>
                        </a:rPr>
                        <a:t>±0.001</a:t>
                      </a:r>
                      <a:r>
                        <a:rPr lang="en-US" sz="1500" kern="1200" dirty="0">
                          <a:solidFill>
                            <a:srgbClr val="00B050"/>
                          </a:solidFill>
                        </a:rPr>
                        <a:t>1</a:t>
                      </a:r>
                      <a:endParaRPr sz="1500" kern="1200" dirty="0">
                        <a:solidFill>
                          <a:srgbClr val="00B050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SG" sz="1500" kern="1200" dirty="0">
                          <a:solidFill>
                            <a:srgbClr val="00B050"/>
                          </a:solidFill>
                        </a:rPr>
                        <a:t>0.8535±0.0019</a:t>
                      </a:r>
                      <a:endParaRPr sz="1500" kern="1200" dirty="0">
                        <a:solidFill>
                          <a:srgbClr val="00B050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500" kern="1200" dirty="0">
                          <a:solidFill>
                            <a:srgbClr val="00B050"/>
                          </a:solidFill>
                        </a:rPr>
                        <a:t>100,000</a:t>
                      </a:r>
                      <a:endParaRPr sz="1500" kern="1200" dirty="0">
                        <a:solidFill>
                          <a:srgbClr val="00B050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928736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F5D5D-87A9-8210-CD15-7636224BE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88B247C-E020-4770-FE5F-BB42A3689A9F}"/>
              </a:ext>
            </a:extLst>
          </p:cNvPr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FE77DE-912A-1A16-C269-42AB8C049422}"/>
              </a:ext>
            </a:extLst>
          </p:cNvPr>
          <p:cNvSpPr txBox="1"/>
          <p:nvPr/>
        </p:nvSpPr>
        <p:spPr>
          <a:xfrm>
            <a:off x="411480" y="91440"/>
            <a:ext cx="1136873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 dirty="0">
                <a:solidFill>
                  <a:srgbClr val="FFFFFF"/>
                </a:solidFill>
                <a:latin typeface="Calibri"/>
              </a:rPr>
              <a:t>Final Model Stability </a:t>
            </a:r>
            <a:r>
              <a:rPr lang="fr-FR" sz="2200" b="1" dirty="0">
                <a:solidFill>
                  <a:srgbClr val="FFFFFF"/>
                </a:solidFill>
              </a:rPr>
              <a:t>[Part B (§2)] </a:t>
            </a:r>
            <a:r>
              <a:rPr lang="en-SG" sz="2200" b="1" dirty="0">
                <a:solidFill>
                  <a:srgbClr val="FFFFFF"/>
                </a:solidFill>
              </a:rPr>
              <a:t>→</a:t>
            </a:r>
            <a:r>
              <a:rPr sz="22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2200" b="1" i="0" dirty="0">
                <a:solidFill>
                  <a:srgbClr val="FFFFFF"/>
                </a:solidFill>
                <a:latin typeface="Calibri"/>
              </a:rPr>
              <a:t>[</a:t>
            </a:r>
            <a:r>
              <a:rPr sz="2200" b="1" i="0" dirty="0">
                <a:solidFill>
                  <a:srgbClr val="FFFFFF"/>
                </a:solidFill>
                <a:latin typeface="Calibri"/>
              </a:rPr>
              <a:t>Part </a:t>
            </a:r>
            <a:r>
              <a:rPr lang="en-US" sz="2200" b="1" i="0" dirty="0">
                <a:solidFill>
                  <a:srgbClr val="FFFFFF"/>
                </a:solidFill>
                <a:latin typeface="Calibri"/>
              </a:rPr>
              <a:t>D (</a:t>
            </a:r>
            <a:r>
              <a:rPr lang="en-SG" sz="2200" b="1" dirty="0">
                <a:solidFill>
                  <a:srgbClr val="FFFFFF"/>
                </a:solidFill>
              </a:rPr>
              <a:t>§4</a:t>
            </a:r>
            <a:r>
              <a:rPr sz="2200" b="1" i="0" dirty="0">
                <a:solidFill>
                  <a:srgbClr val="FFFFFF"/>
                </a:solidFill>
                <a:latin typeface="Calibri"/>
              </a:rPr>
              <a:t>)</a:t>
            </a:r>
            <a:r>
              <a:rPr lang="en-US" sz="2200" b="1" i="0" dirty="0">
                <a:solidFill>
                  <a:srgbClr val="FFFFFF"/>
                </a:solidFill>
                <a:latin typeface="Calibri"/>
              </a:rPr>
              <a:t>]</a:t>
            </a:r>
            <a:endParaRPr sz="2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9DF179-F4D7-8942-279D-88BAB73E60C7}"/>
              </a:ext>
            </a:extLst>
          </p:cNvPr>
          <p:cNvSpPr txBox="1"/>
          <p:nvPr/>
        </p:nvSpPr>
        <p:spPr>
          <a:xfrm>
            <a:off x="411480" y="65836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  <a:latin typeface="Calibri"/>
              </a:rPr>
              <a:t>CV cross-validated scores (train)  +  Hold-out evaluation (test, accessed once)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0BEF85-55FD-4222-11E1-8622E991F26B}"/>
              </a:ext>
            </a:extLst>
          </p:cNvPr>
          <p:cNvSpPr txBox="1"/>
          <p:nvPr/>
        </p:nvSpPr>
        <p:spPr>
          <a:xfrm>
            <a:off x="411480" y="1001454"/>
            <a:ext cx="5486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2980B9"/>
                </a:solidFill>
                <a:latin typeface="Calibri"/>
              </a:rPr>
              <a:t>Hold-Out Test Metrics  (threshold = 0.</a:t>
            </a:r>
            <a:r>
              <a:rPr lang="en-US" sz="1500" b="1" dirty="0">
                <a:solidFill>
                  <a:srgbClr val="2980B9"/>
                </a:solidFill>
                <a:latin typeface="Calibri"/>
              </a:rPr>
              <a:t>61</a:t>
            </a:r>
            <a:r>
              <a:rPr sz="1500" b="1" i="0" dirty="0">
                <a:solidFill>
                  <a:srgbClr val="2980B9"/>
                </a:solidFill>
                <a:latin typeface="Calibri"/>
              </a:rPr>
              <a:t>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23153DC-12A3-8F2D-7F1F-EBA4981080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2557654"/>
              </p:ext>
            </p:extLst>
          </p:nvPr>
        </p:nvGraphicFramePr>
        <p:xfrm>
          <a:off x="542961" y="1441670"/>
          <a:ext cx="3979843" cy="120981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963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66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7984">
                <a:tc>
                  <a:txBody>
                    <a:bodyPr/>
                    <a:lstStyle/>
                    <a:p>
                      <a:pPr algn="ctr"/>
                      <a:r>
                        <a:rPr sz="19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sz="19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113710" marR="113710" marT="56855" marB="568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</a:rPr>
                        <a:t>Value</a:t>
                      </a:r>
                      <a:endParaRPr sz="19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113710" marR="113710" marT="56855" marB="568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984">
                <a:tc>
                  <a:txBody>
                    <a:bodyPr/>
                    <a:lstStyle/>
                    <a:p>
                      <a:pPr algn="l"/>
                      <a:r>
                        <a:rPr sz="1900" dirty="0">
                          <a:solidFill>
                            <a:srgbClr val="2C3E50"/>
                          </a:solidFill>
                        </a:rPr>
                        <a:t>ROC-AUC</a:t>
                      </a:r>
                      <a:endParaRPr sz="1900" dirty="0">
                        <a:solidFill>
                          <a:srgbClr val="2C3E50"/>
                        </a:solidFill>
                        <a:latin typeface="Calibri"/>
                      </a:endParaRPr>
                    </a:p>
                  </a:txBody>
                  <a:tcPr marL="113710" marR="113710" marT="56855" marB="568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dirty="0">
                          <a:solidFill>
                            <a:srgbClr val="2C3E50"/>
                          </a:solidFill>
                        </a:rPr>
                        <a:t>0.91</a:t>
                      </a:r>
                      <a:r>
                        <a:rPr lang="en-US" sz="1900" dirty="0">
                          <a:solidFill>
                            <a:srgbClr val="2C3E50"/>
                          </a:solidFill>
                        </a:rPr>
                        <a:t>43</a:t>
                      </a:r>
                      <a:endParaRPr sz="1900" dirty="0">
                        <a:solidFill>
                          <a:srgbClr val="2C3E50"/>
                        </a:solidFill>
                        <a:latin typeface="Calibri"/>
                      </a:endParaRPr>
                    </a:p>
                  </a:txBody>
                  <a:tcPr marL="113710" marR="113710" marT="56855" marB="568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984">
                <a:tc>
                  <a:txBody>
                    <a:bodyPr/>
                    <a:lstStyle/>
                    <a:p>
                      <a:pPr algn="l"/>
                      <a:r>
                        <a:rPr sz="1900" dirty="0">
                          <a:solidFill>
                            <a:srgbClr val="2C3E50"/>
                          </a:solidFill>
                        </a:rPr>
                        <a:t>Recall</a:t>
                      </a:r>
                      <a:endParaRPr sz="1900" dirty="0">
                        <a:solidFill>
                          <a:srgbClr val="2C3E50"/>
                        </a:solidFill>
                        <a:latin typeface="Calibri"/>
                      </a:endParaRPr>
                    </a:p>
                  </a:txBody>
                  <a:tcPr marL="113710" marR="113710" marT="56855" marB="568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dirty="0">
                          <a:solidFill>
                            <a:srgbClr val="2C3E50"/>
                          </a:solidFill>
                        </a:rPr>
                        <a:t>0.8</a:t>
                      </a:r>
                      <a:r>
                        <a:rPr lang="en-US" sz="1900" dirty="0">
                          <a:solidFill>
                            <a:srgbClr val="2C3E50"/>
                          </a:solidFill>
                        </a:rPr>
                        <a:t>083</a:t>
                      </a:r>
                      <a:endParaRPr sz="1900" dirty="0">
                        <a:solidFill>
                          <a:srgbClr val="2C3E50"/>
                        </a:solidFill>
                        <a:latin typeface="Calibri"/>
                      </a:endParaRPr>
                    </a:p>
                  </a:txBody>
                  <a:tcPr marL="113710" marR="113710" marT="56855" marB="568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3" name="Picture 12" descr="The Hold-Out Confusion Matrix displays the number of true positive (78449), true negative (13627), false positive (5131), and false negative (21632) predictions for a threshold of 0.61, distinguishing between 'No Churn' and 'Churn' labels.&#10;&#10;AI-generated content may be incorrect.">
            <a:extLst>
              <a:ext uri="{FF2B5EF4-FFF2-40B4-BE49-F238E27FC236}">
                <a16:creationId xmlns:a16="http://schemas.microsoft.com/office/drawing/2014/main" id="{447C8AA2-5B13-6510-1FAD-8FB149280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7736" y="1001454"/>
            <a:ext cx="4093420" cy="3891407"/>
          </a:xfrm>
          <a:prstGeom prst="rect">
            <a:avLst/>
          </a:prstGeom>
        </p:spPr>
      </p:pic>
      <p:pic>
        <p:nvPicPr>
          <p:cNvPr id="15" name="Picture 14" descr="The image is a recall vs. threshold curve illustrating how recall varies with different classification thresholds, with a highlighted point where a selected threshold (0.61) achieves a recall of at least 0.80.&#10;&#10;AI-generated content may be incorrect.">
            <a:extLst>
              <a:ext uri="{FF2B5EF4-FFF2-40B4-BE49-F238E27FC236}">
                <a16:creationId xmlns:a16="http://schemas.microsoft.com/office/drawing/2014/main" id="{50AD84F1-6EED-D08C-11DD-3BBFECE3C7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66" y="3168313"/>
            <a:ext cx="7180589" cy="2802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452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6873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 dirty="0">
                <a:solidFill>
                  <a:srgbClr val="FFFFFF"/>
                </a:solidFill>
                <a:latin typeface="Calibri"/>
              </a:rPr>
              <a:t>Business Decision Reasoning</a:t>
            </a:r>
            <a:r>
              <a:rPr lang="en-US" sz="2200" b="1" dirty="0">
                <a:solidFill>
                  <a:srgbClr val="FFFFFF"/>
                </a:solidFill>
              </a:rPr>
              <a:t> [Part D (§4)]</a:t>
            </a:r>
            <a:endParaRPr sz="2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  <a:latin typeface="Calibri"/>
              </a:rPr>
              <a:t>CRISP-DM: Deployment  |  Asymmetric error costs  |  Threshold shift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42416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2980B9"/>
                </a:solidFill>
                <a:latin typeface="Calibri"/>
              </a:rPr>
              <a:t>Asymmetric Error Costs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1203158"/>
              </p:ext>
            </p:extLst>
          </p:nvPr>
        </p:nvGraphicFramePr>
        <p:xfrm>
          <a:off x="411480" y="1389888"/>
          <a:ext cx="10913932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5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8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01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Error Type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Consequence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Severity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500" dirty="0">
                          <a:solidFill>
                            <a:srgbClr val="2C3E50"/>
                          </a:solidFill>
                          <a:latin typeface="Calibri"/>
                        </a:rPr>
                        <a:t>False Negative — miss a churner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rgbClr val="2C3E50"/>
                          </a:solidFill>
                          <a:latin typeface="Calibri"/>
                        </a:rPr>
                        <a:t>Customer leaves uncontacted → lost lifetime value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rgbClr val="2C3E50"/>
                          </a:solidFill>
                          <a:latin typeface="Calibri"/>
                        </a:rPr>
                        <a:t>CRITICAL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C3E50"/>
                          </a:solidFill>
                          <a:latin typeface="Calibri"/>
                        </a:rPr>
                        <a:t>False Positive — flag loyal customer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rgbClr val="2C3E50"/>
                          </a:solidFill>
                          <a:latin typeface="Calibri"/>
                        </a:rPr>
                        <a:t>Wasted retention offer — comparatively cheap, recoverable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rgbClr val="2C3E50"/>
                          </a:solidFill>
                          <a:latin typeface="Calibri"/>
                        </a:rPr>
                        <a:t>Moderate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2642616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980B9"/>
                </a:solidFill>
                <a:latin typeface="Calibri"/>
              </a:rPr>
              <a:t>Threshold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990088"/>
            <a:ext cx="4513132" cy="2285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500" dirty="0">
                <a:solidFill>
                  <a:srgbClr val="2C3E50"/>
                </a:solidFill>
                <a:latin typeface="Calibri"/>
              </a:rPr>
              <a:t>◆  FN far costlier than FP → </a:t>
            </a:r>
            <a:r>
              <a:rPr sz="1500" dirty="0" err="1">
                <a:solidFill>
                  <a:srgbClr val="2C3E50"/>
                </a:solidFill>
                <a:latin typeface="Calibri"/>
              </a:rPr>
              <a:t>prioritise</a:t>
            </a:r>
            <a:r>
              <a:rPr sz="1500" dirty="0">
                <a:solidFill>
                  <a:srgbClr val="2C3E50"/>
                </a:solidFill>
                <a:latin typeface="Calibri"/>
              </a:rPr>
              <a:t> recall; require recall ≥ 80%.</a:t>
            </a:r>
          </a:p>
          <a:p>
            <a:pPr algn="l">
              <a:spcBef>
                <a:spcPts val="300"/>
              </a:spcBef>
            </a:pPr>
            <a:r>
              <a:rPr sz="1500" dirty="0">
                <a:solidFill>
                  <a:srgbClr val="2C3E50"/>
                </a:solidFill>
                <a:latin typeface="Calibri"/>
              </a:rPr>
              <a:t>◆  Among thresholds meeting the floor, 0.61 is the highest — limits false positives.</a:t>
            </a:r>
          </a:p>
          <a:p>
            <a:pPr algn="l">
              <a:spcBef>
                <a:spcPts val="300"/>
              </a:spcBef>
            </a:pPr>
            <a:r>
              <a:rPr lang="en-US" sz="1500" dirty="0">
                <a:solidFill>
                  <a:srgbClr val="2C3E50"/>
                </a:solidFill>
                <a:latin typeface="Calibri"/>
              </a:rPr>
              <a:t>◆  At threshold 0.61: Recall 0.8083 on hold-out — 81% of real churners flagged for intervention.</a:t>
            </a:r>
          </a:p>
          <a:p>
            <a:pPr algn="l">
              <a:spcBef>
                <a:spcPts val="300"/>
              </a:spcBef>
            </a:pPr>
            <a:r>
              <a:rPr sz="1500" dirty="0">
                <a:solidFill>
                  <a:srgbClr val="2C3E50"/>
                </a:solidFill>
                <a:latin typeface="Calibri"/>
              </a:rPr>
              <a:t>◆  Tier retention offers by predicted churn probability — concentrate premium spend on highest-risk customers.</a:t>
            </a:r>
          </a:p>
        </p:txBody>
      </p:sp>
      <p:pic>
        <p:nvPicPr>
          <p:cNvPr id="17" name="Picture 16" descr="The image is a recall vs. threshold curve illustrating how recall varies with different classification thresholds, with a highlighted point where a selected threshold (0.61) achieves a recall of at least 0.80.&#10;&#10;AI-generated content may be incorrect.">
            <a:extLst>
              <a:ext uri="{FF2B5EF4-FFF2-40B4-BE49-F238E27FC236}">
                <a16:creationId xmlns:a16="http://schemas.microsoft.com/office/drawing/2014/main" id="{0193F236-D496-F410-186A-0E573BB4B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7568" y="2642616"/>
            <a:ext cx="6600470" cy="257579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68735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Individual Contributions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8575663"/>
              </p:ext>
            </p:extLst>
          </p:nvPr>
        </p:nvGraphicFramePr>
        <p:xfrm>
          <a:off x="411480" y="1234559"/>
          <a:ext cx="41148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Student ID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C3E50"/>
                          </a:solidFill>
                          <a:latin typeface="Calibri"/>
                        </a:rPr>
                        <a:t>YEO XIU JUAN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500" b="0" i="0" dirty="0">
                          <a:solidFill>
                            <a:srgbClr val="2C3E50"/>
                          </a:solidFill>
                          <a:latin typeface="+mn-lt"/>
                        </a:rPr>
                        <a:t>2570472</a:t>
                      </a:r>
                      <a:endParaRPr sz="1500" dirty="0">
                        <a:solidFill>
                          <a:srgbClr val="2C3E50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C3E50"/>
                          </a:solidFill>
                          <a:latin typeface="Calibri"/>
                        </a:rPr>
                        <a:t>LIM KHOON SENG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>
                          <a:latin typeface="+mn-lt"/>
                        </a:rPr>
                        <a:t>2570459</a:t>
                      </a:r>
                      <a:endParaRPr sz="1500" dirty="0">
                        <a:solidFill>
                          <a:srgbClr val="2C3E50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C3E50"/>
                          </a:solidFill>
                          <a:latin typeface="Calibri"/>
                        </a:rPr>
                        <a:t>LAI KIN WAH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rgbClr val="2C3E50"/>
                          </a:solidFill>
                          <a:latin typeface="Calibri"/>
                        </a:rPr>
                        <a:t>2570</a:t>
                      </a:r>
                      <a:r>
                        <a:rPr lang="en-US" sz="1500" dirty="0">
                          <a:solidFill>
                            <a:srgbClr val="2C3E50"/>
                          </a:solidFill>
                          <a:latin typeface="Calibri"/>
                        </a:rPr>
                        <a:t>461</a:t>
                      </a:r>
                      <a:endParaRPr sz="1500" dirty="0">
                        <a:solidFill>
                          <a:srgbClr val="2C3E50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2384219"/>
              </p:ext>
            </p:extLst>
          </p:nvPr>
        </p:nvGraphicFramePr>
        <p:xfrm>
          <a:off x="411480" y="3085413"/>
          <a:ext cx="1051560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Work Area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Primary Owner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Secondary Support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500" dirty="0">
                          <a:solidFill>
                            <a:srgbClr val="2C3E50"/>
                          </a:solidFill>
                          <a:latin typeface="Calibri"/>
                        </a:rPr>
                        <a:t>Part A:</a:t>
                      </a:r>
                      <a:r>
                        <a:rPr lang="en-US" sz="1500" dirty="0">
                          <a:solidFill>
                            <a:srgbClr val="2C3E50"/>
                          </a:solidFill>
                          <a:latin typeface="Calibri"/>
                        </a:rPr>
                        <a:t> </a:t>
                      </a:r>
                      <a:r>
                        <a:rPr lang="en-SG" sz="1500" dirty="0">
                          <a:solidFill>
                            <a:srgbClr val="2C3E50"/>
                          </a:solidFill>
                          <a:latin typeface="+mn-lt"/>
                        </a:rPr>
                        <a:t>EDA &amp; Data Quality</a:t>
                      </a:r>
                      <a:endParaRPr sz="1500" dirty="0">
                        <a:solidFill>
                          <a:srgbClr val="2C3E50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500" dirty="0">
                          <a:solidFill>
                            <a:srgbClr val="2C3E50"/>
                          </a:solidFill>
                          <a:latin typeface="+mn-lt"/>
                        </a:rPr>
                        <a:t>LAI KIN WAH</a:t>
                      </a:r>
                      <a:endParaRPr sz="1500" dirty="0">
                        <a:solidFill>
                          <a:srgbClr val="2C3E50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3E50"/>
                          </a:solidFill>
                          <a:latin typeface="Calibri"/>
                        </a:rPr>
                        <a:t>YEO XIU JUAN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500" dirty="0">
                          <a:solidFill>
                            <a:srgbClr val="2C3E50"/>
                          </a:solidFill>
                          <a:latin typeface="Calibri"/>
                        </a:rPr>
                        <a:t>Part A: </a:t>
                      </a:r>
                      <a:r>
                        <a:rPr lang="en-SG" sz="1500" dirty="0">
                          <a:solidFill>
                            <a:srgbClr val="2C3E50"/>
                          </a:solidFill>
                          <a:latin typeface="+mn-lt"/>
                        </a:rPr>
                        <a:t>Pipeline Engineering</a:t>
                      </a:r>
                      <a:endParaRPr sz="1500" dirty="0">
                        <a:solidFill>
                          <a:srgbClr val="2C3E50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rgbClr val="2C3E50"/>
                          </a:solidFill>
                          <a:latin typeface="Calibri"/>
                        </a:rPr>
                        <a:t>YEO XIU JUAN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500" dirty="0">
                          <a:solidFill>
                            <a:srgbClr val="2C3E50"/>
                          </a:solidFill>
                          <a:latin typeface="+mn-lt"/>
                        </a:rPr>
                        <a:t>LIM KHOON SENG</a:t>
                      </a:r>
                      <a:endParaRPr sz="1500" dirty="0">
                        <a:solidFill>
                          <a:srgbClr val="2C3E50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500" dirty="0">
                          <a:solidFill>
                            <a:srgbClr val="2C3E50"/>
                          </a:solidFill>
                          <a:latin typeface="Calibri"/>
                        </a:rPr>
                        <a:t>Part B: Model Selection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rgbClr val="2C3E50"/>
                          </a:solidFill>
                          <a:latin typeface="Calibri"/>
                        </a:rPr>
                        <a:t>YEO XIU JUAN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rgbClr val="2C3E50"/>
                          </a:solidFill>
                          <a:latin typeface="Calibri"/>
                        </a:rPr>
                        <a:t>LIM KHOON SENG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500" dirty="0">
                          <a:solidFill>
                            <a:srgbClr val="2C3E50"/>
                          </a:solidFill>
                          <a:latin typeface="Calibri"/>
                        </a:rPr>
                        <a:t>Part C: Hyperparameter Tuning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rgbClr val="2C3E50"/>
                          </a:solidFill>
                          <a:latin typeface="Calibri"/>
                        </a:rPr>
                        <a:t>LIM KHOON SENG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500" dirty="0">
                          <a:solidFill>
                            <a:srgbClr val="2C3E50"/>
                          </a:solidFill>
                          <a:latin typeface="+mn-lt"/>
                        </a:rPr>
                        <a:t>LAI KIN WAH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500" dirty="0">
                          <a:solidFill>
                            <a:srgbClr val="2C3E50"/>
                          </a:solidFill>
                          <a:latin typeface="Calibri"/>
                        </a:rPr>
                        <a:t>Part </a:t>
                      </a:r>
                      <a:r>
                        <a:rPr lang="en-US" sz="1500" dirty="0">
                          <a:solidFill>
                            <a:srgbClr val="2C3E50"/>
                          </a:solidFill>
                          <a:latin typeface="Calibri"/>
                        </a:rPr>
                        <a:t>D</a:t>
                      </a:r>
                      <a:r>
                        <a:rPr sz="1500" dirty="0">
                          <a:solidFill>
                            <a:srgbClr val="2C3E50"/>
                          </a:solidFill>
                          <a:latin typeface="Calibri"/>
                        </a:rPr>
                        <a:t>: Business Decision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500" dirty="0">
                          <a:solidFill>
                            <a:srgbClr val="2C3E50"/>
                          </a:solidFill>
                          <a:latin typeface="+mn-lt"/>
                        </a:rPr>
                        <a:t>LIM KHOON SENG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rgbClr val="2C3E50"/>
                          </a:solidFill>
                          <a:latin typeface="Calibri"/>
                        </a:rPr>
                        <a:t>LAI KIN WAH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C3E50"/>
                          </a:solidFill>
                          <a:latin typeface="Calibri"/>
                        </a:rPr>
                        <a:t>Report &amp; Slides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C3E50"/>
                          </a:solidFill>
                          <a:latin typeface="Calibri"/>
                        </a:rPr>
                        <a:t>LAI KIN WAH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rgbClr val="2C3E50"/>
                          </a:solidFill>
                          <a:latin typeface="Calibri"/>
                        </a:rPr>
                        <a:t>LIM KHOON SENG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1335</Words>
  <Application>Microsoft Macintosh PowerPoint</Application>
  <PresentationFormat>Widescreen</PresentationFormat>
  <Paragraphs>222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kin wah lai</cp:lastModifiedBy>
  <cp:revision>4</cp:revision>
  <dcterms:created xsi:type="dcterms:W3CDTF">2013-01-27T09:14:16Z</dcterms:created>
  <dcterms:modified xsi:type="dcterms:W3CDTF">2026-06-21T09:12:32Z</dcterms:modified>
  <cp:category/>
</cp:coreProperties>
</file>